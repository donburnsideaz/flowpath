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tags/tag4.xml" ContentType="application/vnd.openxmlformats-officedocument.presentationml.tags+xml"/>
  <Override PartName="/ppt/theme/theme5.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4"/>
    <p:sldMasterId id="2147483696" r:id="rId5"/>
    <p:sldMasterId id="2147483681" r:id="rId6"/>
    <p:sldMasterId id="2147483685" r:id="rId7"/>
  </p:sldMasterIdLst>
  <p:notesMasterIdLst>
    <p:notesMasterId r:id="rId14"/>
  </p:notesMasterIdLst>
  <p:sldIdLst>
    <p:sldId id="715" r:id="rId8"/>
    <p:sldId id="716" r:id="rId9"/>
    <p:sldId id="732" r:id="rId10"/>
    <p:sldId id="731" r:id="rId11"/>
    <p:sldId id="733" r:id="rId12"/>
    <p:sldId id="734"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uro Locarnini" initials="ML" lastIdx="2" clrIdx="0">
    <p:extLst>
      <p:ext uri="{19B8F6BF-5375-455C-9EA6-DF929625EA0E}">
        <p15:presenceInfo xmlns:p15="http://schemas.microsoft.com/office/powerpoint/2012/main" userId="Mauro Locarnin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80"/>
    <a:srgbClr val="203864"/>
    <a:srgbClr val="2B7483"/>
    <a:srgbClr val="FFFF00"/>
    <a:srgbClr val="972960"/>
    <a:srgbClr val="6C1D45"/>
    <a:srgbClr val="E7E6E6"/>
    <a:srgbClr val="FFFFFF"/>
    <a:srgbClr val="43A7BE"/>
    <a:srgbClr val="6F70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tags" Target="tags/tag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ac Bakayoko" userId="S::ibakayoko@axway.com::5a13f181-83eb-4a71-9780-ca185e2cfc48" providerId="AD" clId="Web-{A7D18298-FF48-41A7-5102-BEDE1F9013BA}"/>
    <pc:docChg chg="mod">
      <pc:chgData name="Isaac Bakayoko" userId="S::ibakayoko@axway.com::5a13f181-83eb-4a71-9780-ca185e2cfc48" providerId="AD" clId="Web-{A7D18298-FF48-41A7-5102-BEDE1F9013BA}" dt="2025-11-07T09:32:31.627"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B479D8-8FED-8E4F-8C1D-77BBC8E04FE2}" type="datetimeFigureOut">
              <a:rPr lang="en-US" smtClean="0"/>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8560A2-64B5-664A-9FDC-B9CEA5DF7717}" type="slidenum">
              <a:rPr lang="en-US" smtClean="0"/>
              <a:t>‹N°›</a:t>
            </a:fld>
            <a:endParaRPr lang="en-US"/>
          </a:p>
        </p:txBody>
      </p:sp>
    </p:spTree>
    <p:extLst>
      <p:ext uri="{BB962C8B-B14F-4D97-AF65-F5344CB8AC3E}">
        <p14:creationId xmlns:p14="http://schemas.microsoft.com/office/powerpoint/2010/main" val="589273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plan slide Tri">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FA565CA-05A4-4E5E-ACBF-67FF38993007}"/>
              </a:ext>
            </a:extLst>
          </p:cNvPr>
          <p:cNvSpPr/>
          <p:nvPr userDrawn="1"/>
        </p:nvSpPr>
        <p:spPr>
          <a:xfrm>
            <a:off x="0" y="-1746"/>
            <a:ext cx="1147200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2379" y="1080000"/>
            <a:ext cx="5723259" cy="923330"/>
          </a:xfrm>
        </p:spPr>
        <p:txBody>
          <a:bodyPr wrap="square" anchor="t">
            <a:spAutoFit/>
          </a:bodyPr>
          <a:lstStyle>
            <a:lvl1pPr algn="l">
              <a:defRPr sz="6000">
                <a:solidFill>
                  <a:srgbClr val="4A4F54"/>
                </a:solidFill>
              </a:defRPr>
            </a:lvl1pPr>
          </a:lstStyle>
          <a:p>
            <a:r>
              <a:rPr lang="en-US"/>
              <a:t>How-to Title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2379" y="3600000"/>
            <a:ext cx="5723259" cy="2160000"/>
          </a:xfrm>
        </p:spPr>
        <p:txBody>
          <a:bodyPr>
            <a:normAutofit/>
          </a:bodyPr>
          <a:lstStyle>
            <a:lvl1pPr marL="0" indent="0" algn="l">
              <a:buNone/>
              <a:defRPr sz="4000">
                <a:solidFill>
                  <a:srgbClr val="4A4F5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AU</a:t>
            </a:r>
          </a:p>
        </p:txBody>
      </p:sp>
      <p:sp>
        <p:nvSpPr>
          <p:cNvPr id="13" name="Rectangle 12">
            <a:extLst>
              <a:ext uri="{FF2B5EF4-FFF2-40B4-BE49-F238E27FC236}">
                <a16:creationId xmlns:a16="http://schemas.microsoft.com/office/drawing/2014/main" id="{1CAE7293-A224-44BF-BCB6-36C4F61D2AF1}"/>
              </a:ext>
            </a:extLst>
          </p:cNvPr>
          <p:cNvSpPr/>
          <p:nvPr userDrawn="1"/>
        </p:nvSpPr>
        <p:spPr>
          <a:xfrm>
            <a:off x="11472000" y="0"/>
            <a:ext cx="720000" cy="72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4A4F54"/>
              </a:solidFill>
            </a:endParaRPr>
          </a:p>
        </p:txBody>
      </p:sp>
      <p:pic>
        <p:nvPicPr>
          <p:cNvPr id="15" name="Picture 120">
            <a:extLst>
              <a:ext uri="{FF2B5EF4-FFF2-40B4-BE49-F238E27FC236}">
                <a16:creationId xmlns:a16="http://schemas.microsoft.com/office/drawing/2014/main" id="{E397DB51-AD6A-1ED2-0FAE-9E3A6475D96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99397" y="1132138"/>
            <a:ext cx="2455022" cy="2455022"/>
          </a:xfrm>
          <a:prstGeom prst="rect">
            <a:avLst/>
          </a:prstGeom>
        </p:spPr>
      </p:pic>
    </p:spTree>
    <p:custDataLst>
      <p:tags r:id="rId1"/>
    </p:custDataLst>
    <p:extLst>
      <p:ext uri="{BB962C8B-B14F-4D97-AF65-F5344CB8AC3E}">
        <p14:creationId xmlns:p14="http://schemas.microsoft.com/office/powerpoint/2010/main" val="2297237019"/>
      </p:ext>
    </p:extLst>
  </p:cSld>
  <p:clrMapOvr>
    <a:masterClrMapping/>
  </p:clrMapOvr>
  <p:extLst>
    <p:ext uri="{DCECCB84-F9BA-43D5-87BE-67443E8EF086}">
      <p15:sldGuideLst xmlns:p15="http://schemas.microsoft.com/office/powerpoint/2012/main">
        <p15:guide id="1" orient="horz" pos="2160">
          <p15:clr>
            <a:srgbClr val="FBAE40"/>
          </p15:clr>
        </p15:guide>
        <p15:guide id="2" pos="361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Gener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normAutofit/>
          </a:bodyPr>
          <a:lstStyle>
            <a:lvl1pPr marL="457200" indent="-457200">
              <a:buClr>
                <a:srgbClr val="D12531"/>
              </a:buClr>
              <a:buFont typeface="Wingdings" panose="05000000000000000000" pitchFamily="2" charset="2"/>
              <a:buChar char="§"/>
              <a:defRPr sz="250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Write down your text over here</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normAutofit/>
          </a:bodyPr>
          <a:lstStyle>
            <a:lvl1pPr>
              <a:defRPr sz="3000"/>
            </a:lvl1pPr>
          </a:lstStyle>
          <a:p>
            <a:r>
              <a:rPr lang="en-US"/>
              <a:t>Title of the screen</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7" name="Picture 120">
            <a:extLst>
              <a:ext uri="{FF2B5EF4-FFF2-40B4-BE49-F238E27FC236}">
                <a16:creationId xmlns:a16="http://schemas.microsoft.com/office/drawing/2014/main" id="{3CD3DFC2-2DCD-8FDB-95A3-9CDD7EC7129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80000" y="199177"/>
            <a:ext cx="1034200" cy="1034200"/>
          </a:xfrm>
          <a:prstGeom prst="rect">
            <a:avLst/>
          </a:prstGeom>
        </p:spPr>
      </p:pic>
    </p:spTree>
    <p:custDataLst>
      <p:tags r:id="rId1"/>
    </p:custDataLst>
    <p:extLst>
      <p:ext uri="{BB962C8B-B14F-4D97-AF65-F5344CB8AC3E}">
        <p14:creationId xmlns:p14="http://schemas.microsoft.com/office/powerpoint/2010/main" val="1901745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 side 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DB34B-B216-1144-B65B-E2D80C013B26}"/>
              </a:ext>
            </a:extLst>
          </p:cNvPr>
          <p:cNvSpPr/>
          <p:nvPr userDrawn="1"/>
        </p:nvSpPr>
        <p:spPr>
          <a:xfrm>
            <a:off x="7673746" y="1698680"/>
            <a:ext cx="4097215" cy="4185772"/>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F574A58-941B-6C42-9252-A096A288A1D5}"/>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9" name="Content Placeholder 13">
            <a:extLst>
              <a:ext uri="{FF2B5EF4-FFF2-40B4-BE49-F238E27FC236}">
                <a16:creationId xmlns:a16="http://schemas.microsoft.com/office/drawing/2014/main" id="{E2084118-89BE-0D49-A9F9-D806497E2E39}"/>
              </a:ext>
            </a:extLst>
          </p:cNvPr>
          <p:cNvSpPr>
            <a:spLocks noGrp="1"/>
          </p:cNvSpPr>
          <p:nvPr>
            <p:ph sz="quarter" idx="15" hasCustomPrompt="1"/>
          </p:nvPr>
        </p:nvSpPr>
        <p:spPr>
          <a:xfrm>
            <a:off x="8092773" y="2774793"/>
            <a:ext cx="3270739" cy="1673352"/>
          </a:xfrm>
        </p:spPr>
        <p:txBody>
          <a:bodyPr anchor="ctr">
            <a:normAutofit/>
          </a:bodyPr>
          <a:lstStyle>
            <a:lvl1pPr marL="0" indent="0" algn="ctr">
              <a:lnSpc>
                <a:spcPct val="100000"/>
              </a:lnSpc>
              <a:buNone/>
              <a:defRPr sz="2800" b="1">
                <a:solidFill>
                  <a:srgbClr val="6C1D45"/>
                </a:solidFill>
                <a:latin typeface="Roboto" panose="02000000000000000000" pitchFamily="2" charset="0"/>
                <a:ea typeface="Roboto" panose="02000000000000000000" pitchFamily="2" charset="0"/>
              </a:defRPr>
            </a:lvl1pPr>
          </a:lstStyle>
          <a:p>
            <a:pPr lvl="0"/>
            <a:r>
              <a:rPr lang="en-US"/>
              <a:t>Body copy</a:t>
            </a:r>
          </a:p>
        </p:txBody>
      </p:sp>
      <p:sp>
        <p:nvSpPr>
          <p:cNvPr id="10" name="Content Placeholder 3">
            <a:extLst>
              <a:ext uri="{FF2B5EF4-FFF2-40B4-BE49-F238E27FC236}">
                <a16:creationId xmlns:a16="http://schemas.microsoft.com/office/drawing/2014/main" id="{A19B49DC-3293-1A4A-A61E-B8FB500508ED}"/>
              </a:ext>
            </a:extLst>
          </p:cNvPr>
          <p:cNvSpPr>
            <a:spLocks noGrp="1"/>
          </p:cNvSpPr>
          <p:nvPr>
            <p:ph sz="half" idx="16" hasCustomPrompt="1"/>
          </p:nvPr>
        </p:nvSpPr>
        <p:spPr>
          <a:xfrm>
            <a:off x="8092773" y="4659189"/>
            <a:ext cx="3270739" cy="496271"/>
          </a:xfrm>
        </p:spPr>
        <p:txBody>
          <a:bodyPr>
            <a:normAutofit/>
          </a:bodyPr>
          <a:lstStyle>
            <a:lvl1pPr marL="0" indent="0" algn="r">
              <a:buNone/>
              <a:defRPr sz="1600" b="0">
                <a:solidFill>
                  <a:srgbClr val="4A4F54"/>
                </a:solidFill>
                <a:latin typeface="Roboto" panose="02000000000000000000" pitchFamily="2" charset="0"/>
                <a:ea typeface="Roboto" panose="02000000000000000000" pitchFamily="2" charset="0"/>
              </a:defRPr>
            </a:lvl1pPr>
          </a:lstStyle>
          <a:p>
            <a:pPr lvl="0"/>
            <a:r>
              <a:rPr lang="en-US"/>
              <a:t>— Attribution</a:t>
            </a:r>
          </a:p>
        </p:txBody>
      </p:sp>
      <p:cxnSp>
        <p:nvCxnSpPr>
          <p:cNvPr id="11" name="Straight Connector 10">
            <a:extLst>
              <a:ext uri="{FF2B5EF4-FFF2-40B4-BE49-F238E27FC236}">
                <a16:creationId xmlns:a16="http://schemas.microsoft.com/office/drawing/2014/main" id="{32807144-58F3-864E-8052-27D14CE0FFD2}"/>
              </a:ext>
            </a:extLst>
          </p:cNvPr>
          <p:cNvCxnSpPr>
            <a:cxnSpLocks noChangeAspect="1"/>
          </p:cNvCxnSpPr>
          <p:nvPr userDrawn="1"/>
        </p:nvCxnSpPr>
        <p:spPr>
          <a:xfrm>
            <a:off x="7987263" y="2227525"/>
            <a:ext cx="3470183" cy="0"/>
          </a:xfrm>
          <a:prstGeom prst="line">
            <a:avLst/>
          </a:prstGeom>
          <a:ln>
            <a:solidFill>
              <a:srgbClr val="4A4F54"/>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43D6997-D6AC-CC42-BE97-60C64CAE5EB3}"/>
              </a:ext>
            </a:extLst>
          </p:cNvPr>
          <p:cNvCxnSpPr>
            <a:cxnSpLocks noChangeAspect="1"/>
          </p:cNvCxnSpPr>
          <p:nvPr userDrawn="1"/>
        </p:nvCxnSpPr>
        <p:spPr>
          <a:xfrm>
            <a:off x="7987263" y="5439649"/>
            <a:ext cx="3470183" cy="0"/>
          </a:xfrm>
          <a:prstGeom prst="line">
            <a:avLst/>
          </a:prstGeom>
          <a:ln>
            <a:solidFill>
              <a:srgbClr val="4A4F54"/>
            </a:solidFill>
          </a:ln>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B8760F82-AFA4-1443-892A-E49DED450976}"/>
              </a:ext>
            </a:extLst>
          </p:cNvPr>
          <p:cNvSpPr>
            <a:spLocks noGrp="1"/>
          </p:cNvSpPr>
          <p:nvPr>
            <p:ph type="title" hasCustomPrompt="1"/>
          </p:nvPr>
        </p:nvSpPr>
        <p:spPr>
          <a:xfrm>
            <a:off x="587375" y="584199"/>
            <a:ext cx="6121400" cy="649289"/>
          </a:xfrm>
          <a:prstGeom prst="rect">
            <a:avLst/>
          </a:prstGeom>
        </p:spPr>
        <p:txBody>
          <a:bodyPr>
            <a:normAutofit/>
          </a:bodyPr>
          <a:lstStyle>
            <a:lvl1pPr>
              <a:defRPr sz="3000">
                <a:solidFill>
                  <a:schemeClr val="bg1"/>
                </a:solidFill>
              </a:defRPr>
            </a:lvl1pPr>
          </a:lstStyle>
          <a:p>
            <a:r>
              <a:rPr lang="en-US"/>
              <a:t>Sample custom layout — side quote</a:t>
            </a:r>
          </a:p>
        </p:txBody>
      </p:sp>
      <p:sp>
        <p:nvSpPr>
          <p:cNvPr id="20" name="Content Placeholder 12">
            <a:extLst>
              <a:ext uri="{FF2B5EF4-FFF2-40B4-BE49-F238E27FC236}">
                <a16:creationId xmlns:a16="http://schemas.microsoft.com/office/drawing/2014/main" id="{63602658-B096-8944-B5E5-005D99CF3360}"/>
              </a:ext>
            </a:extLst>
          </p:cNvPr>
          <p:cNvSpPr>
            <a:spLocks noGrp="1"/>
          </p:cNvSpPr>
          <p:nvPr>
            <p:ph sz="quarter" idx="17" hasCustomPrompt="1"/>
          </p:nvPr>
        </p:nvSpPr>
        <p:spPr>
          <a:xfrm>
            <a:off x="339435" y="1730155"/>
            <a:ext cx="6483395" cy="356898"/>
          </a:xfrm>
        </p:spPr>
        <p:txBody>
          <a:bodyPr>
            <a:noAutofit/>
          </a:bodyPr>
          <a:lstStyle>
            <a:lvl1pPr marL="0" indent="0">
              <a:buNone/>
              <a:defRPr sz="2000" b="1">
                <a:solidFill>
                  <a:srgbClr val="6C1D45"/>
                </a:solidFill>
                <a:latin typeface="Roboto" panose="02000000000000000000" pitchFamily="2" charset="0"/>
                <a:ea typeface="Roboto" panose="02000000000000000000" pitchFamily="2" charset="0"/>
              </a:defRPr>
            </a:lvl1pPr>
          </a:lstStyle>
          <a:p>
            <a:pPr lvl="0"/>
            <a:r>
              <a:rPr lang="en-US"/>
              <a:t>Header</a:t>
            </a:r>
          </a:p>
        </p:txBody>
      </p:sp>
      <p:sp>
        <p:nvSpPr>
          <p:cNvPr id="22" name="Slide Number Placeholder 5">
            <a:extLst>
              <a:ext uri="{FF2B5EF4-FFF2-40B4-BE49-F238E27FC236}">
                <a16:creationId xmlns:a16="http://schemas.microsoft.com/office/drawing/2014/main" id="{DF1221DC-30FB-E041-9B27-0A881693458A}"/>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
        <p:nvSpPr>
          <p:cNvPr id="23" name="Content Placeholder 14">
            <a:extLst>
              <a:ext uri="{FF2B5EF4-FFF2-40B4-BE49-F238E27FC236}">
                <a16:creationId xmlns:a16="http://schemas.microsoft.com/office/drawing/2014/main" id="{65AE29DF-5159-8048-A148-1166EE1F93DF}"/>
              </a:ext>
            </a:extLst>
          </p:cNvPr>
          <p:cNvSpPr>
            <a:spLocks noGrp="1"/>
          </p:cNvSpPr>
          <p:nvPr>
            <p:ph sz="quarter" idx="14" hasCustomPrompt="1"/>
          </p:nvPr>
        </p:nvSpPr>
        <p:spPr>
          <a:xfrm>
            <a:off x="339435" y="2371242"/>
            <a:ext cx="6483395" cy="3513210"/>
          </a:xfrm>
        </p:spPr>
        <p:txBody>
          <a:bodyPr>
            <a:normAutofit/>
          </a:bodyPr>
          <a:lstStyle>
            <a:lvl1pPr marL="285750" indent="-285750">
              <a:lnSpc>
                <a:spcPct val="100000"/>
              </a:lnSpc>
              <a:buClr>
                <a:srgbClr val="6C1D45"/>
              </a:buClr>
              <a:buFont typeface="Arial" panose="020B0604020202020204" pitchFamily="34" charset="0"/>
              <a:buChar char="•"/>
              <a:defRPr sz="1600">
                <a:solidFill>
                  <a:srgbClr val="4A4F54"/>
                </a:solidFill>
                <a:latin typeface="Roboto" panose="02000000000000000000" pitchFamily="2" charset="0"/>
                <a:ea typeface="Roboto" panose="02000000000000000000" pitchFamily="2" charset="0"/>
              </a:defRPr>
            </a:lvl1pPr>
          </a:lstStyle>
          <a:p>
            <a:pPr lvl="0"/>
            <a:r>
              <a:rPr lang="en-US"/>
              <a:t>Bullet 1</a:t>
            </a:r>
          </a:p>
          <a:p>
            <a:pPr lvl="0"/>
            <a:r>
              <a:rPr lang="en-US"/>
              <a:t>Bullet 2</a:t>
            </a:r>
          </a:p>
          <a:p>
            <a:pPr lvl="0"/>
            <a:r>
              <a:rPr lang="en-US"/>
              <a:t>Bullet 3</a:t>
            </a:r>
          </a:p>
        </p:txBody>
      </p:sp>
    </p:spTree>
    <p:extLst>
      <p:ext uri="{BB962C8B-B14F-4D97-AF65-F5344CB8AC3E}">
        <p14:creationId xmlns:p14="http://schemas.microsoft.com/office/powerpoint/2010/main" val="518441498"/>
      </p:ext>
    </p:extLst>
  </p:cSld>
  <p:clrMapOvr>
    <a:masterClrMapping/>
  </p:clrMapOvr>
  <p:extLst>
    <p:ext uri="{DCECCB84-F9BA-43D5-87BE-67443E8EF086}">
      <p15:sldGuideLst xmlns:p15="http://schemas.microsoft.com/office/powerpoint/2012/main">
        <p15:guide id="1" orient="horz" pos="368" userDrawn="1">
          <p15:clr>
            <a:srgbClr val="FBAE40"/>
          </p15:clr>
        </p15:guide>
        <p15:guide id="2" pos="370" userDrawn="1">
          <p15:clr>
            <a:srgbClr val="FBAE40"/>
          </p15:clr>
        </p15:guide>
        <p15:guide id="3" pos="4226" userDrawn="1">
          <p15:clr>
            <a:srgbClr val="FBAE40"/>
          </p15:clr>
        </p15:guide>
        <p15:guide id="4" orient="horz" pos="77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 quote">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F9D9982A-A521-F143-8064-B9EA37A840E5}"/>
              </a:ext>
            </a:extLst>
          </p:cNvPr>
          <p:cNvSpPr>
            <a:spLocks noGrp="1"/>
          </p:cNvSpPr>
          <p:nvPr>
            <p:ph sz="quarter" idx="13" hasCustomPrompt="1"/>
          </p:nvPr>
        </p:nvSpPr>
        <p:spPr>
          <a:xfrm>
            <a:off x="850075" y="1823270"/>
            <a:ext cx="10515600" cy="355600"/>
          </a:xfrm>
        </p:spPr>
        <p:txBody>
          <a:bodyPr>
            <a:noAutofit/>
          </a:bodyPr>
          <a:lstStyle>
            <a:lvl1pPr marL="0" indent="0" algn="ctr">
              <a:buNone/>
              <a:defRPr sz="2800" b="1">
                <a:solidFill>
                  <a:srgbClr val="D22630"/>
                </a:solidFill>
                <a:latin typeface="Roboto" panose="02000000000000000000" pitchFamily="2" charset="0"/>
                <a:ea typeface="Roboto" panose="02000000000000000000" pitchFamily="2" charset="0"/>
              </a:defRPr>
            </a:lvl1pPr>
          </a:lstStyle>
          <a:p>
            <a:pPr lvl="0"/>
            <a:r>
              <a:rPr lang="en-US"/>
              <a:t>Header</a:t>
            </a:r>
          </a:p>
        </p:txBody>
      </p:sp>
      <p:sp>
        <p:nvSpPr>
          <p:cNvPr id="14" name="Content Placeholder 13">
            <a:extLst>
              <a:ext uri="{FF2B5EF4-FFF2-40B4-BE49-F238E27FC236}">
                <a16:creationId xmlns:a16="http://schemas.microsoft.com/office/drawing/2014/main" id="{B32700D5-8BEA-034F-BD47-5AF221E7A87D}"/>
              </a:ext>
            </a:extLst>
          </p:cNvPr>
          <p:cNvSpPr>
            <a:spLocks noGrp="1"/>
          </p:cNvSpPr>
          <p:nvPr>
            <p:ph sz="quarter" idx="14" hasCustomPrompt="1"/>
          </p:nvPr>
        </p:nvSpPr>
        <p:spPr>
          <a:xfrm>
            <a:off x="850364" y="2621294"/>
            <a:ext cx="10515311" cy="1672010"/>
          </a:xfrm>
        </p:spPr>
        <p:txBody>
          <a:bodyPr anchor="ctr">
            <a:normAutofit/>
          </a:bodyPr>
          <a:lstStyle>
            <a:lvl1pPr marL="0" indent="0" algn="ctr">
              <a:lnSpc>
                <a:spcPct val="100000"/>
              </a:lnSpc>
              <a:buNone/>
              <a:defRPr sz="3600">
                <a:solidFill>
                  <a:srgbClr val="6C1D45"/>
                </a:solidFill>
                <a:latin typeface="Roboto" panose="02000000000000000000" pitchFamily="2" charset="0"/>
                <a:ea typeface="Roboto" panose="02000000000000000000" pitchFamily="2" charset="0"/>
              </a:defRPr>
            </a:lvl1pPr>
          </a:lstStyle>
          <a:p>
            <a:pPr lvl="0"/>
            <a:r>
              <a:rPr lang="en-US"/>
              <a:t>Body copy</a:t>
            </a:r>
          </a:p>
        </p:txBody>
      </p:sp>
      <p:cxnSp>
        <p:nvCxnSpPr>
          <p:cNvPr id="9" name="Straight Connector 8">
            <a:extLst>
              <a:ext uri="{FF2B5EF4-FFF2-40B4-BE49-F238E27FC236}">
                <a16:creationId xmlns:a16="http://schemas.microsoft.com/office/drawing/2014/main" id="{20173F31-26E8-3545-81FA-49478AAC9DC9}"/>
              </a:ext>
            </a:extLst>
          </p:cNvPr>
          <p:cNvCxnSpPr>
            <a:cxnSpLocks noChangeAspect="1"/>
          </p:cNvCxnSpPr>
          <p:nvPr userDrawn="1"/>
        </p:nvCxnSpPr>
        <p:spPr>
          <a:xfrm>
            <a:off x="867888" y="2419413"/>
            <a:ext cx="10497787" cy="0"/>
          </a:xfrm>
          <a:prstGeom prst="line">
            <a:avLst/>
          </a:prstGeom>
          <a:ln>
            <a:solidFill>
              <a:srgbClr val="4A4F54"/>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2E6BBE9-9E35-1A4A-8A85-F3B8DF31D147}"/>
              </a:ext>
            </a:extLst>
          </p:cNvPr>
          <p:cNvCxnSpPr>
            <a:cxnSpLocks noChangeAspect="1"/>
          </p:cNvCxnSpPr>
          <p:nvPr userDrawn="1"/>
        </p:nvCxnSpPr>
        <p:spPr>
          <a:xfrm>
            <a:off x="867888" y="4533848"/>
            <a:ext cx="10497787" cy="0"/>
          </a:xfrm>
          <a:prstGeom prst="line">
            <a:avLst/>
          </a:prstGeom>
          <a:ln>
            <a:solidFill>
              <a:srgbClr val="4A4F54"/>
            </a:solidFill>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E111B2E8-DCAF-944E-91B0-0E4E56AA941A}"/>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16" name="Slide Number Placeholder 5">
            <a:extLst>
              <a:ext uri="{FF2B5EF4-FFF2-40B4-BE49-F238E27FC236}">
                <a16:creationId xmlns:a16="http://schemas.microsoft.com/office/drawing/2014/main" id="{7B00A457-FF81-9247-A31E-50D6D9369DD8}"/>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1083693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 2 col left 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EB3CD3-89FD-E34A-B228-EBE9DB1A3EF8}"/>
              </a:ext>
            </a:extLst>
          </p:cNvPr>
          <p:cNvPicPr>
            <a:picLocks noChangeAspect="1"/>
          </p:cNvPicPr>
          <p:nvPr userDrawn="1"/>
        </p:nvPicPr>
        <p:blipFill rotWithShape="1">
          <a:blip r:embed="rId2"/>
          <a:srcRect l="8059" t="1573" r="9389" b="24581"/>
          <a:stretch/>
        </p:blipFill>
        <p:spPr>
          <a:xfrm>
            <a:off x="-1" y="1209315"/>
            <a:ext cx="6133171" cy="5708072"/>
          </a:xfrm>
          <a:prstGeom prst="rect">
            <a:avLst/>
          </a:prstGeom>
        </p:spPr>
      </p:pic>
      <p:sp>
        <p:nvSpPr>
          <p:cNvPr id="6" name="Content Placeholder 12">
            <a:extLst>
              <a:ext uri="{FF2B5EF4-FFF2-40B4-BE49-F238E27FC236}">
                <a16:creationId xmlns:a16="http://schemas.microsoft.com/office/drawing/2014/main" id="{5B88A0FB-F50C-954C-BF8A-06937F6B6FBE}"/>
              </a:ext>
            </a:extLst>
          </p:cNvPr>
          <p:cNvSpPr>
            <a:spLocks noGrp="1"/>
          </p:cNvSpPr>
          <p:nvPr>
            <p:ph sz="quarter" idx="13" hasCustomPrompt="1"/>
          </p:nvPr>
        </p:nvSpPr>
        <p:spPr>
          <a:xfrm>
            <a:off x="6515306" y="1731246"/>
            <a:ext cx="5255655" cy="356898"/>
          </a:xfrm>
        </p:spPr>
        <p:txBody>
          <a:bodyPr>
            <a:noAutofit/>
          </a:bodyPr>
          <a:lstStyle>
            <a:lvl1pPr marL="0" indent="0">
              <a:buNone/>
              <a:defRPr sz="2000" b="1">
                <a:solidFill>
                  <a:srgbClr val="6C1D45"/>
                </a:solidFill>
                <a:latin typeface="Roboto" panose="02000000000000000000" pitchFamily="2" charset="0"/>
                <a:ea typeface="Roboto" panose="02000000000000000000" pitchFamily="2" charset="0"/>
              </a:defRPr>
            </a:lvl1pPr>
          </a:lstStyle>
          <a:p>
            <a:pPr lvl="0"/>
            <a:r>
              <a:rPr lang="en-US"/>
              <a:t>Header</a:t>
            </a:r>
          </a:p>
        </p:txBody>
      </p:sp>
      <p:sp>
        <p:nvSpPr>
          <p:cNvPr id="9" name="Content Placeholder 14">
            <a:extLst>
              <a:ext uri="{FF2B5EF4-FFF2-40B4-BE49-F238E27FC236}">
                <a16:creationId xmlns:a16="http://schemas.microsoft.com/office/drawing/2014/main" id="{5CB5A0A6-E63B-BC41-8540-D1E4EA5237ED}"/>
              </a:ext>
            </a:extLst>
          </p:cNvPr>
          <p:cNvSpPr>
            <a:spLocks noGrp="1"/>
          </p:cNvSpPr>
          <p:nvPr>
            <p:ph sz="quarter" idx="14" hasCustomPrompt="1"/>
          </p:nvPr>
        </p:nvSpPr>
        <p:spPr>
          <a:xfrm>
            <a:off x="6515306" y="2372596"/>
            <a:ext cx="5255655" cy="3432524"/>
          </a:xfrm>
        </p:spPr>
        <p:txBody>
          <a:bodyPr>
            <a:normAutofit/>
          </a:bodyPr>
          <a:lstStyle>
            <a:lvl1pPr marL="0" indent="0">
              <a:lnSpc>
                <a:spcPct val="100000"/>
              </a:lnSpc>
              <a:buNone/>
              <a:defRPr sz="1600">
                <a:solidFill>
                  <a:srgbClr val="4A4F54"/>
                </a:solidFill>
                <a:latin typeface="Roboto" panose="02000000000000000000" pitchFamily="2" charset="0"/>
                <a:ea typeface="Roboto" panose="02000000000000000000" pitchFamily="2" charset="0"/>
              </a:defRPr>
            </a:lvl1pPr>
          </a:lstStyle>
          <a:p>
            <a:pPr lvl="0"/>
            <a:r>
              <a:rPr lang="en-US"/>
              <a:t>Body copy</a:t>
            </a:r>
          </a:p>
        </p:txBody>
      </p:sp>
      <p:sp>
        <p:nvSpPr>
          <p:cNvPr id="11" name="Title 1">
            <a:extLst>
              <a:ext uri="{FF2B5EF4-FFF2-40B4-BE49-F238E27FC236}">
                <a16:creationId xmlns:a16="http://schemas.microsoft.com/office/drawing/2014/main" id="{BA2CD1E3-FD4F-0743-AAEC-069ECD9D1EA2}"/>
              </a:ext>
            </a:extLst>
          </p:cNvPr>
          <p:cNvSpPr>
            <a:spLocks noGrp="1"/>
          </p:cNvSpPr>
          <p:nvPr>
            <p:ph type="title" hasCustomPrompt="1"/>
          </p:nvPr>
        </p:nvSpPr>
        <p:spPr>
          <a:xfrm>
            <a:off x="587375" y="584199"/>
            <a:ext cx="6121400" cy="649289"/>
          </a:xfrm>
          <a:prstGeom prst="rect">
            <a:avLst/>
          </a:prstGeom>
        </p:spPr>
        <p:txBody>
          <a:bodyPr>
            <a:normAutofit/>
          </a:bodyPr>
          <a:lstStyle>
            <a:lvl1pPr>
              <a:defRPr sz="3000">
                <a:solidFill>
                  <a:schemeClr val="bg1"/>
                </a:solidFill>
              </a:defRPr>
            </a:lvl1pPr>
          </a:lstStyle>
          <a:p>
            <a:r>
              <a:rPr lang="en-US"/>
              <a:t>Two column layout — option 1 left image</a:t>
            </a:r>
          </a:p>
        </p:txBody>
      </p:sp>
      <p:sp>
        <p:nvSpPr>
          <p:cNvPr id="12" name="Slide Number Placeholder 5">
            <a:extLst>
              <a:ext uri="{FF2B5EF4-FFF2-40B4-BE49-F238E27FC236}">
                <a16:creationId xmlns:a16="http://schemas.microsoft.com/office/drawing/2014/main" id="{0C467AD2-1A83-534E-A2AD-35C51302E734}"/>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2773959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 2 col right 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3D338C5-3FB1-9E4E-80B7-9542A6EF804D}"/>
              </a:ext>
            </a:extLst>
          </p:cNvPr>
          <p:cNvPicPr>
            <a:picLocks noChangeAspect="1"/>
          </p:cNvPicPr>
          <p:nvPr userDrawn="1"/>
        </p:nvPicPr>
        <p:blipFill rotWithShape="1">
          <a:blip r:embed="rId2"/>
          <a:srcRect l="21136" t="11655" r="28054" b="5582"/>
          <a:stretch/>
        </p:blipFill>
        <p:spPr>
          <a:xfrm>
            <a:off x="6688015" y="1219200"/>
            <a:ext cx="5602946" cy="5638800"/>
          </a:xfrm>
          <a:prstGeom prst="rect">
            <a:avLst/>
          </a:prstGeom>
        </p:spPr>
      </p:pic>
      <p:sp>
        <p:nvSpPr>
          <p:cNvPr id="9" name="TextBox 8">
            <a:extLst>
              <a:ext uri="{FF2B5EF4-FFF2-40B4-BE49-F238E27FC236}">
                <a16:creationId xmlns:a16="http://schemas.microsoft.com/office/drawing/2014/main" id="{F5070A80-09FF-DF4A-B8FA-ED463BFE8BF6}"/>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7" name="Content Placeholder 12">
            <a:extLst>
              <a:ext uri="{FF2B5EF4-FFF2-40B4-BE49-F238E27FC236}">
                <a16:creationId xmlns:a16="http://schemas.microsoft.com/office/drawing/2014/main" id="{AE433223-F814-674B-AB35-8CF979AE8FFA}"/>
              </a:ext>
            </a:extLst>
          </p:cNvPr>
          <p:cNvSpPr>
            <a:spLocks noGrp="1"/>
          </p:cNvSpPr>
          <p:nvPr>
            <p:ph sz="quarter" idx="13" hasCustomPrompt="1"/>
          </p:nvPr>
        </p:nvSpPr>
        <p:spPr>
          <a:xfrm>
            <a:off x="339436" y="1730155"/>
            <a:ext cx="5676694" cy="356898"/>
          </a:xfrm>
        </p:spPr>
        <p:txBody>
          <a:bodyPr>
            <a:noAutofit/>
          </a:bodyPr>
          <a:lstStyle>
            <a:lvl1pPr marL="0" indent="0">
              <a:buNone/>
              <a:defRPr sz="2000" b="1">
                <a:solidFill>
                  <a:srgbClr val="6C1D45"/>
                </a:solidFill>
                <a:latin typeface="Roboto" panose="02000000000000000000" pitchFamily="2" charset="0"/>
                <a:ea typeface="Roboto" panose="02000000000000000000" pitchFamily="2" charset="0"/>
              </a:defRPr>
            </a:lvl1pPr>
          </a:lstStyle>
          <a:p>
            <a:pPr lvl="0"/>
            <a:r>
              <a:rPr lang="en-US"/>
              <a:t>Header</a:t>
            </a:r>
          </a:p>
        </p:txBody>
      </p:sp>
      <p:sp>
        <p:nvSpPr>
          <p:cNvPr id="10" name="Content Placeholder 14">
            <a:extLst>
              <a:ext uri="{FF2B5EF4-FFF2-40B4-BE49-F238E27FC236}">
                <a16:creationId xmlns:a16="http://schemas.microsoft.com/office/drawing/2014/main" id="{F0FFD11F-C1B2-8444-81E8-E5C7019E271E}"/>
              </a:ext>
            </a:extLst>
          </p:cNvPr>
          <p:cNvSpPr>
            <a:spLocks noGrp="1"/>
          </p:cNvSpPr>
          <p:nvPr>
            <p:ph sz="quarter" idx="14" hasCustomPrompt="1"/>
          </p:nvPr>
        </p:nvSpPr>
        <p:spPr>
          <a:xfrm>
            <a:off x="339436" y="2371505"/>
            <a:ext cx="5676694" cy="3432524"/>
          </a:xfrm>
        </p:spPr>
        <p:txBody>
          <a:bodyPr>
            <a:normAutofit/>
          </a:bodyPr>
          <a:lstStyle>
            <a:lvl1pPr marL="0" indent="0">
              <a:lnSpc>
                <a:spcPct val="100000"/>
              </a:lnSpc>
              <a:buNone/>
              <a:defRPr sz="1600">
                <a:solidFill>
                  <a:srgbClr val="4A4F54"/>
                </a:solidFill>
                <a:latin typeface="Roboto" panose="02000000000000000000" pitchFamily="2" charset="0"/>
                <a:ea typeface="Roboto" panose="02000000000000000000" pitchFamily="2" charset="0"/>
              </a:defRPr>
            </a:lvl1pPr>
          </a:lstStyle>
          <a:p>
            <a:pPr lvl="0"/>
            <a:r>
              <a:rPr lang="en-US"/>
              <a:t>Body copy</a:t>
            </a:r>
          </a:p>
        </p:txBody>
      </p:sp>
      <p:sp>
        <p:nvSpPr>
          <p:cNvPr id="11" name="Title 1">
            <a:extLst>
              <a:ext uri="{FF2B5EF4-FFF2-40B4-BE49-F238E27FC236}">
                <a16:creationId xmlns:a16="http://schemas.microsoft.com/office/drawing/2014/main" id="{D4C43D87-2D9E-CA4F-95C9-46161665D7A4}"/>
              </a:ext>
            </a:extLst>
          </p:cNvPr>
          <p:cNvSpPr>
            <a:spLocks noGrp="1"/>
          </p:cNvSpPr>
          <p:nvPr>
            <p:ph type="title" hasCustomPrompt="1"/>
          </p:nvPr>
        </p:nvSpPr>
        <p:spPr>
          <a:xfrm>
            <a:off x="587376" y="584199"/>
            <a:ext cx="6100640" cy="635001"/>
          </a:xfrm>
          <a:prstGeom prst="rect">
            <a:avLst/>
          </a:prstGeom>
        </p:spPr>
        <p:txBody>
          <a:bodyPr>
            <a:normAutofit/>
          </a:bodyPr>
          <a:lstStyle>
            <a:lvl1pPr>
              <a:defRPr sz="3000">
                <a:solidFill>
                  <a:schemeClr val="bg1"/>
                </a:solidFill>
              </a:defRPr>
            </a:lvl1pPr>
          </a:lstStyle>
          <a:p>
            <a:r>
              <a:rPr lang="en-US"/>
              <a:t>Two column layout — option 1 right image</a:t>
            </a:r>
          </a:p>
        </p:txBody>
      </p:sp>
    </p:spTree>
    <p:extLst>
      <p:ext uri="{BB962C8B-B14F-4D97-AF65-F5344CB8AC3E}">
        <p14:creationId xmlns:p14="http://schemas.microsoft.com/office/powerpoint/2010/main" val="2813086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 side 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DB34B-B216-1144-B65B-E2D80C013B26}"/>
              </a:ext>
            </a:extLst>
          </p:cNvPr>
          <p:cNvSpPr/>
          <p:nvPr userDrawn="1"/>
        </p:nvSpPr>
        <p:spPr>
          <a:xfrm>
            <a:off x="7673746" y="1698680"/>
            <a:ext cx="4097215" cy="4185772"/>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F574A58-941B-6C42-9252-A096A288A1D5}"/>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9" name="Content Placeholder 13">
            <a:extLst>
              <a:ext uri="{FF2B5EF4-FFF2-40B4-BE49-F238E27FC236}">
                <a16:creationId xmlns:a16="http://schemas.microsoft.com/office/drawing/2014/main" id="{E2084118-89BE-0D49-A9F9-D806497E2E39}"/>
              </a:ext>
            </a:extLst>
          </p:cNvPr>
          <p:cNvSpPr>
            <a:spLocks noGrp="1"/>
          </p:cNvSpPr>
          <p:nvPr>
            <p:ph sz="quarter" idx="15" hasCustomPrompt="1"/>
          </p:nvPr>
        </p:nvSpPr>
        <p:spPr>
          <a:xfrm>
            <a:off x="8092773" y="2774793"/>
            <a:ext cx="3270739" cy="1673352"/>
          </a:xfrm>
        </p:spPr>
        <p:txBody>
          <a:bodyPr anchor="ctr">
            <a:normAutofit/>
          </a:bodyPr>
          <a:lstStyle>
            <a:lvl1pPr marL="0" indent="0" algn="ctr">
              <a:lnSpc>
                <a:spcPct val="100000"/>
              </a:lnSpc>
              <a:buNone/>
              <a:defRPr sz="2800" b="1">
                <a:solidFill>
                  <a:srgbClr val="6C1D45"/>
                </a:solidFill>
                <a:latin typeface="Roboto" panose="02000000000000000000" pitchFamily="2" charset="0"/>
                <a:ea typeface="Roboto" panose="02000000000000000000" pitchFamily="2" charset="0"/>
              </a:defRPr>
            </a:lvl1pPr>
          </a:lstStyle>
          <a:p>
            <a:pPr lvl="0"/>
            <a:r>
              <a:rPr lang="en-US"/>
              <a:t>Body copy</a:t>
            </a:r>
          </a:p>
        </p:txBody>
      </p:sp>
      <p:sp>
        <p:nvSpPr>
          <p:cNvPr id="10" name="Content Placeholder 3">
            <a:extLst>
              <a:ext uri="{FF2B5EF4-FFF2-40B4-BE49-F238E27FC236}">
                <a16:creationId xmlns:a16="http://schemas.microsoft.com/office/drawing/2014/main" id="{A19B49DC-3293-1A4A-A61E-B8FB500508ED}"/>
              </a:ext>
            </a:extLst>
          </p:cNvPr>
          <p:cNvSpPr>
            <a:spLocks noGrp="1"/>
          </p:cNvSpPr>
          <p:nvPr>
            <p:ph sz="half" idx="16" hasCustomPrompt="1"/>
          </p:nvPr>
        </p:nvSpPr>
        <p:spPr>
          <a:xfrm>
            <a:off x="8092773" y="4659189"/>
            <a:ext cx="3270739" cy="496271"/>
          </a:xfrm>
        </p:spPr>
        <p:txBody>
          <a:bodyPr>
            <a:normAutofit/>
          </a:bodyPr>
          <a:lstStyle>
            <a:lvl1pPr marL="0" indent="0" algn="r">
              <a:buNone/>
              <a:defRPr sz="1600" b="0">
                <a:solidFill>
                  <a:srgbClr val="4A4F54"/>
                </a:solidFill>
                <a:latin typeface="Roboto" panose="02000000000000000000" pitchFamily="2" charset="0"/>
                <a:ea typeface="Roboto" panose="02000000000000000000" pitchFamily="2" charset="0"/>
              </a:defRPr>
            </a:lvl1pPr>
          </a:lstStyle>
          <a:p>
            <a:pPr lvl="0"/>
            <a:r>
              <a:rPr lang="en-US"/>
              <a:t>— Attribution</a:t>
            </a:r>
          </a:p>
        </p:txBody>
      </p:sp>
      <p:cxnSp>
        <p:nvCxnSpPr>
          <p:cNvPr id="11" name="Straight Connector 10">
            <a:extLst>
              <a:ext uri="{FF2B5EF4-FFF2-40B4-BE49-F238E27FC236}">
                <a16:creationId xmlns:a16="http://schemas.microsoft.com/office/drawing/2014/main" id="{32807144-58F3-864E-8052-27D14CE0FFD2}"/>
              </a:ext>
            </a:extLst>
          </p:cNvPr>
          <p:cNvCxnSpPr>
            <a:cxnSpLocks noChangeAspect="1"/>
          </p:cNvCxnSpPr>
          <p:nvPr userDrawn="1"/>
        </p:nvCxnSpPr>
        <p:spPr>
          <a:xfrm>
            <a:off x="7987263" y="2227525"/>
            <a:ext cx="3470183" cy="0"/>
          </a:xfrm>
          <a:prstGeom prst="line">
            <a:avLst/>
          </a:prstGeom>
          <a:ln>
            <a:solidFill>
              <a:srgbClr val="4A4F54"/>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43D6997-D6AC-CC42-BE97-60C64CAE5EB3}"/>
              </a:ext>
            </a:extLst>
          </p:cNvPr>
          <p:cNvCxnSpPr>
            <a:cxnSpLocks noChangeAspect="1"/>
          </p:cNvCxnSpPr>
          <p:nvPr userDrawn="1"/>
        </p:nvCxnSpPr>
        <p:spPr>
          <a:xfrm>
            <a:off x="7987263" y="5439649"/>
            <a:ext cx="3470183" cy="0"/>
          </a:xfrm>
          <a:prstGeom prst="line">
            <a:avLst/>
          </a:prstGeom>
          <a:ln>
            <a:solidFill>
              <a:srgbClr val="4A4F54"/>
            </a:solidFill>
          </a:ln>
        </p:spPr>
        <p:style>
          <a:lnRef idx="1">
            <a:schemeClr val="dk1"/>
          </a:lnRef>
          <a:fillRef idx="0">
            <a:schemeClr val="dk1"/>
          </a:fillRef>
          <a:effectRef idx="0">
            <a:schemeClr val="dk1"/>
          </a:effectRef>
          <a:fontRef idx="minor">
            <a:schemeClr val="tx1"/>
          </a:fontRef>
        </p:style>
      </p:cxnSp>
      <p:sp>
        <p:nvSpPr>
          <p:cNvPr id="19" name="Title 1">
            <a:extLst>
              <a:ext uri="{FF2B5EF4-FFF2-40B4-BE49-F238E27FC236}">
                <a16:creationId xmlns:a16="http://schemas.microsoft.com/office/drawing/2014/main" id="{B8760F82-AFA4-1443-892A-E49DED450976}"/>
              </a:ext>
            </a:extLst>
          </p:cNvPr>
          <p:cNvSpPr>
            <a:spLocks noGrp="1"/>
          </p:cNvSpPr>
          <p:nvPr>
            <p:ph type="title" hasCustomPrompt="1"/>
          </p:nvPr>
        </p:nvSpPr>
        <p:spPr>
          <a:xfrm>
            <a:off x="587375" y="584199"/>
            <a:ext cx="6121400" cy="649289"/>
          </a:xfrm>
          <a:prstGeom prst="rect">
            <a:avLst/>
          </a:prstGeom>
        </p:spPr>
        <p:txBody>
          <a:bodyPr>
            <a:normAutofit/>
          </a:bodyPr>
          <a:lstStyle>
            <a:lvl1pPr>
              <a:defRPr sz="3000">
                <a:solidFill>
                  <a:schemeClr val="bg1"/>
                </a:solidFill>
              </a:defRPr>
            </a:lvl1pPr>
          </a:lstStyle>
          <a:p>
            <a:r>
              <a:rPr lang="en-US"/>
              <a:t>Sample custom layout — side quote</a:t>
            </a:r>
          </a:p>
        </p:txBody>
      </p:sp>
      <p:sp>
        <p:nvSpPr>
          <p:cNvPr id="20" name="Content Placeholder 12">
            <a:extLst>
              <a:ext uri="{FF2B5EF4-FFF2-40B4-BE49-F238E27FC236}">
                <a16:creationId xmlns:a16="http://schemas.microsoft.com/office/drawing/2014/main" id="{63602658-B096-8944-B5E5-005D99CF3360}"/>
              </a:ext>
            </a:extLst>
          </p:cNvPr>
          <p:cNvSpPr>
            <a:spLocks noGrp="1"/>
          </p:cNvSpPr>
          <p:nvPr>
            <p:ph sz="quarter" idx="17" hasCustomPrompt="1"/>
          </p:nvPr>
        </p:nvSpPr>
        <p:spPr>
          <a:xfrm>
            <a:off x="339435" y="1730155"/>
            <a:ext cx="6483395" cy="356898"/>
          </a:xfrm>
        </p:spPr>
        <p:txBody>
          <a:bodyPr>
            <a:noAutofit/>
          </a:bodyPr>
          <a:lstStyle>
            <a:lvl1pPr marL="0" indent="0">
              <a:buNone/>
              <a:defRPr sz="2000" b="1">
                <a:solidFill>
                  <a:srgbClr val="6C1D45"/>
                </a:solidFill>
                <a:latin typeface="Roboto" panose="02000000000000000000" pitchFamily="2" charset="0"/>
                <a:ea typeface="Roboto" panose="02000000000000000000" pitchFamily="2" charset="0"/>
              </a:defRPr>
            </a:lvl1pPr>
          </a:lstStyle>
          <a:p>
            <a:pPr lvl="0"/>
            <a:r>
              <a:rPr lang="en-US"/>
              <a:t>Header</a:t>
            </a:r>
          </a:p>
        </p:txBody>
      </p:sp>
      <p:sp>
        <p:nvSpPr>
          <p:cNvPr id="22" name="Slide Number Placeholder 5">
            <a:extLst>
              <a:ext uri="{FF2B5EF4-FFF2-40B4-BE49-F238E27FC236}">
                <a16:creationId xmlns:a16="http://schemas.microsoft.com/office/drawing/2014/main" id="{DF1221DC-30FB-E041-9B27-0A881693458A}"/>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
        <p:nvSpPr>
          <p:cNvPr id="23" name="Content Placeholder 14">
            <a:extLst>
              <a:ext uri="{FF2B5EF4-FFF2-40B4-BE49-F238E27FC236}">
                <a16:creationId xmlns:a16="http://schemas.microsoft.com/office/drawing/2014/main" id="{65AE29DF-5159-8048-A148-1166EE1F93DF}"/>
              </a:ext>
            </a:extLst>
          </p:cNvPr>
          <p:cNvSpPr>
            <a:spLocks noGrp="1"/>
          </p:cNvSpPr>
          <p:nvPr>
            <p:ph sz="quarter" idx="14" hasCustomPrompt="1"/>
          </p:nvPr>
        </p:nvSpPr>
        <p:spPr>
          <a:xfrm>
            <a:off x="339435" y="2371242"/>
            <a:ext cx="6483395" cy="3513210"/>
          </a:xfrm>
        </p:spPr>
        <p:txBody>
          <a:bodyPr>
            <a:normAutofit/>
          </a:bodyPr>
          <a:lstStyle>
            <a:lvl1pPr marL="285750" indent="-285750">
              <a:lnSpc>
                <a:spcPct val="100000"/>
              </a:lnSpc>
              <a:buClr>
                <a:srgbClr val="6C1D45"/>
              </a:buClr>
              <a:buFont typeface="Arial" panose="020B0604020202020204" pitchFamily="34" charset="0"/>
              <a:buChar char="•"/>
              <a:defRPr sz="1600">
                <a:solidFill>
                  <a:srgbClr val="4A4F54"/>
                </a:solidFill>
                <a:latin typeface="Roboto" panose="02000000000000000000" pitchFamily="2" charset="0"/>
                <a:ea typeface="Roboto" panose="02000000000000000000" pitchFamily="2" charset="0"/>
              </a:defRPr>
            </a:lvl1pPr>
          </a:lstStyle>
          <a:p>
            <a:pPr lvl="0"/>
            <a:r>
              <a:rPr lang="en-US"/>
              <a:t>Bullet 1</a:t>
            </a:r>
          </a:p>
          <a:p>
            <a:pPr lvl="0"/>
            <a:r>
              <a:rPr lang="en-US"/>
              <a:t>Bullet 2</a:t>
            </a:r>
          </a:p>
          <a:p>
            <a:pPr lvl="0"/>
            <a:r>
              <a:rPr lang="en-US"/>
              <a:t>Bullet 3</a:t>
            </a:r>
          </a:p>
        </p:txBody>
      </p:sp>
    </p:spTree>
    <p:extLst>
      <p:ext uri="{BB962C8B-B14F-4D97-AF65-F5344CB8AC3E}">
        <p14:creationId xmlns:p14="http://schemas.microsoft.com/office/powerpoint/2010/main" val="2468523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numbered slide — bonu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4DB34B-B216-1144-B65B-E2D80C013B26}"/>
              </a:ext>
            </a:extLst>
          </p:cNvPr>
          <p:cNvSpPr/>
          <p:nvPr userDrawn="1"/>
        </p:nvSpPr>
        <p:spPr>
          <a:xfrm>
            <a:off x="-83127" y="5101389"/>
            <a:ext cx="12374088" cy="1007466"/>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ntent Placeholder 12">
            <a:extLst>
              <a:ext uri="{FF2B5EF4-FFF2-40B4-BE49-F238E27FC236}">
                <a16:creationId xmlns:a16="http://schemas.microsoft.com/office/drawing/2014/main" id="{420673F8-C4EA-D14B-833F-D7BE2F4B4E10}"/>
              </a:ext>
            </a:extLst>
          </p:cNvPr>
          <p:cNvSpPr>
            <a:spLocks noGrp="1"/>
          </p:cNvSpPr>
          <p:nvPr>
            <p:ph sz="quarter" idx="13" hasCustomPrompt="1"/>
          </p:nvPr>
        </p:nvSpPr>
        <p:spPr>
          <a:xfrm>
            <a:off x="1270712" y="1610137"/>
            <a:ext cx="10491782" cy="508437"/>
          </a:xfrm>
        </p:spPr>
        <p:txBody>
          <a:bodyPr>
            <a:noAutofit/>
          </a:bodyPr>
          <a:lstStyle>
            <a:lvl1pPr marL="0" indent="0">
              <a:buNone/>
              <a:defRPr sz="2000" b="1">
                <a:solidFill>
                  <a:srgbClr val="6C1D45"/>
                </a:solidFill>
                <a:latin typeface="Roboto" panose="02000000000000000000" pitchFamily="2" charset="0"/>
                <a:ea typeface="Roboto" panose="02000000000000000000" pitchFamily="2" charset="0"/>
              </a:defRPr>
            </a:lvl1pPr>
          </a:lstStyle>
          <a:p>
            <a:pPr lvl="0"/>
            <a:r>
              <a:rPr lang="en-US"/>
              <a:t>Header</a:t>
            </a:r>
          </a:p>
        </p:txBody>
      </p:sp>
      <p:sp>
        <p:nvSpPr>
          <p:cNvPr id="16" name="TextBox 15">
            <a:extLst>
              <a:ext uri="{FF2B5EF4-FFF2-40B4-BE49-F238E27FC236}">
                <a16:creationId xmlns:a16="http://schemas.microsoft.com/office/drawing/2014/main" id="{3F574A58-941B-6C42-9252-A096A288A1D5}"/>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21" name="Content Placeholder 14">
            <a:extLst>
              <a:ext uri="{FF2B5EF4-FFF2-40B4-BE49-F238E27FC236}">
                <a16:creationId xmlns:a16="http://schemas.microsoft.com/office/drawing/2014/main" id="{59AA3E4F-4E26-D04C-887B-3BD860E9906E}"/>
              </a:ext>
            </a:extLst>
          </p:cNvPr>
          <p:cNvSpPr>
            <a:spLocks noGrp="1"/>
          </p:cNvSpPr>
          <p:nvPr>
            <p:ph sz="quarter" idx="14" hasCustomPrompt="1"/>
          </p:nvPr>
        </p:nvSpPr>
        <p:spPr>
          <a:xfrm>
            <a:off x="1279177" y="2250663"/>
            <a:ext cx="10491783" cy="2197616"/>
          </a:xfrm>
        </p:spPr>
        <p:txBody>
          <a:bodyPr>
            <a:normAutofit/>
          </a:bodyPr>
          <a:lstStyle>
            <a:lvl1pPr marL="285750" indent="-285750">
              <a:lnSpc>
                <a:spcPct val="100000"/>
              </a:lnSpc>
              <a:buClr>
                <a:srgbClr val="6C1D45"/>
              </a:buClr>
              <a:buFont typeface="Arial" panose="020B0604020202020204" pitchFamily="34" charset="0"/>
              <a:buChar char="•"/>
              <a:defRPr sz="1600">
                <a:solidFill>
                  <a:srgbClr val="4A4F54"/>
                </a:solidFill>
                <a:latin typeface="Roboto" panose="02000000000000000000" pitchFamily="2" charset="0"/>
                <a:ea typeface="Roboto" panose="02000000000000000000" pitchFamily="2" charset="0"/>
              </a:defRPr>
            </a:lvl1pPr>
          </a:lstStyle>
          <a:p>
            <a:pPr lvl="0"/>
            <a:r>
              <a:rPr lang="en-US"/>
              <a:t>Bullet 1</a:t>
            </a:r>
          </a:p>
          <a:p>
            <a:pPr lvl="0"/>
            <a:r>
              <a:rPr lang="en-US"/>
              <a:t>Bullet 2</a:t>
            </a:r>
          </a:p>
          <a:p>
            <a:pPr lvl="0"/>
            <a:r>
              <a:rPr lang="en-US"/>
              <a:t>Bullet 3</a:t>
            </a:r>
          </a:p>
        </p:txBody>
      </p:sp>
      <p:sp>
        <p:nvSpPr>
          <p:cNvPr id="24" name="Content Placeholder 12">
            <a:extLst>
              <a:ext uri="{FF2B5EF4-FFF2-40B4-BE49-F238E27FC236}">
                <a16:creationId xmlns:a16="http://schemas.microsoft.com/office/drawing/2014/main" id="{FD64A1B6-E8A0-4548-A457-FF33093D9AB7}"/>
              </a:ext>
            </a:extLst>
          </p:cNvPr>
          <p:cNvSpPr>
            <a:spLocks noGrp="1"/>
          </p:cNvSpPr>
          <p:nvPr>
            <p:ph sz="quarter" idx="16" hasCustomPrompt="1"/>
          </p:nvPr>
        </p:nvSpPr>
        <p:spPr>
          <a:xfrm>
            <a:off x="1270712" y="5345491"/>
            <a:ext cx="1781977" cy="509202"/>
          </a:xfrm>
        </p:spPr>
        <p:txBody>
          <a:bodyPr anchor="ctr" anchorCtr="0">
            <a:noAutofit/>
          </a:bodyPr>
          <a:lstStyle>
            <a:lvl1pPr marL="0" indent="0">
              <a:buNone/>
              <a:defRPr sz="1800" b="1">
                <a:solidFill>
                  <a:srgbClr val="D22630"/>
                </a:solidFill>
                <a:latin typeface="Roboto" panose="02000000000000000000" pitchFamily="2" charset="0"/>
                <a:ea typeface="Roboto" panose="02000000000000000000" pitchFamily="2" charset="0"/>
              </a:defRPr>
            </a:lvl1pPr>
          </a:lstStyle>
          <a:p>
            <a:pPr lvl="0"/>
            <a:r>
              <a:rPr lang="en-US"/>
              <a:t>Bonus Point —</a:t>
            </a:r>
          </a:p>
        </p:txBody>
      </p:sp>
      <p:pic>
        <p:nvPicPr>
          <p:cNvPr id="27" name="Picture 26">
            <a:extLst>
              <a:ext uri="{FF2B5EF4-FFF2-40B4-BE49-F238E27FC236}">
                <a16:creationId xmlns:a16="http://schemas.microsoft.com/office/drawing/2014/main" id="{EDA54B0B-7919-4545-A150-0749D91EA3B2}"/>
              </a:ext>
            </a:extLst>
          </p:cNvPr>
          <p:cNvPicPr>
            <a:picLocks noChangeAspect="1"/>
          </p:cNvPicPr>
          <p:nvPr userDrawn="1"/>
        </p:nvPicPr>
        <p:blipFill>
          <a:blip r:embed="rId2"/>
          <a:stretch>
            <a:fillRect/>
          </a:stretch>
        </p:blipFill>
        <p:spPr>
          <a:xfrm>
            <a:off x="348022" y="5240303"/>
            <a:ext cx="724371" cy="687694"/>
          </a:xfrm>
          <a:prstGeom prst="rect">
            <a:avLst/>
          </a:prstGeom>
        </p:spPr>
      </p:pic>
      <p:sp>
        <p:nvSpPr>
          <p:cNvPr id="15" name="Content Placeholder 12">
            <a:extLst>
              <a:ext uri="{FF2B5EF4-FFF2-40B4-BE49-F238E27FC236}">
                <a16:creationId xmlns:a16="http://schemas.microsoft.com/office/drawing/2014/main" id="{0A973058-462E-B44E-90D9-78FF6F0BFF0D}"/>
              </a:ext>
            </a:extLst>
          </p:cNvPr>
          <p:cNvSpPr>
            <a:spLocks noGrp="1"/>
          </p:cNvSpPr>
          <p:nvPr>
            <p:ph sz="quarter" idx="17" hasCustomPrompt="1"/>
          </p:nvPr>
        </p:nvSpPr>
        <p:spPr>
          <a:xfrm>
            <a:off x="587375" y="584199"/>
            <a:ext cx="691802" cy="649289"/>
          </a:xfrm>
          <a:solidFill>
            <a:srgbClr val="2B7483"/>
          </a:solidFill>
        </p:spPr>
        <p:txBody>
          <a:bodyPr wrap="none" rtlCol="0" anchor="ctr">
            <a:normAutofit/>
          </a:bodyPr>
          <a:lstStyle>
            <a:lvl1pPr>
              <a:defRPr lang="en-US" sz="3000" b="1" dirty="0">
                <a:solidFill>
                  <a:schemeClr val="bg1"/>
                </a:solidFill>
                <a:latin typeface="Roboto Regular" panose="02000000000000000000" pitchFamily="2" charset="0"/>
                <a:ea typeface="Roboto" panose="02000000000000000000" pitchFamily="2" charset="0"/>
              </a:defRPr>
            </a:lvl1pPr>
          </a:lstStyle>
          <a:p>
            <a:pPr lvl="0">
              <a:spcBef>
                <a:spcPct val="0"/>
              </a:spcBef>
              <a:buNone/>
            </a:pPr>
            <a:r>
              <a:rPr lang="en-US"/>
              <a:t>01</a:t>
            </a:r>
          </a:p>
        </p:txBody>
      </p:sp>
      <p:sp>
        <p:nvSpPr>
          <p:cNvPr id="19" name="Title 1">
            <a:extLst>
              <a:ext uri="{FF2B5EF4-FFF2-40B4-BE49-F238E27FC236}">
                <a16:creationId xmlns:a16="http://schemas.microsoft.com/office/drawing/2014/main" id="{CD23E703-941A-CD42-A633-0C4315B21DC3}"/>
              </a:ext>
            </a:extLst>
          </p:cNvPr>
          <p:cNvSpPr>
            <a:spLocks noGrp="1"/>
          </p:cNvSpPr>
          <p:nvPr>
            <p:ph type="title" hasCustomPrompt="1"/>
          </p:nvPr>
        </p:nvSpPr>
        <p:spPr>
          <a:xfrm>
            <a:off x="1279176" y="584197"/>
            <a:ext cx="5429599" cy="649291"/>
          </a:xfrm>
          <a:prstGeom prst="rect">
            <a:avLst/>
          </a:prstGeom>
        </p:spPr>
        <p:txBody>
          <a:bodyPr>
            <a:normAutofit/>
          </a:bodyPr>
          <a:lstStyle>
            <a:lvl1pPr>
              <a:defRPr sz="3000">
                <a:solidFill>
                  <a:schemeClr val="bg1"/>
                </a:solidFill>
              </a:defRPr>
            </a:lvl1pPr>
          </a:lstStyle>
          <a:p>
            <a:r>
              <a:rPr lang="en-US"/>
              <a:t>Custom numbered slide — bonus</a:t>
            </a:r>
          </a:p>
        </p:txBody>
      </p:sp>
      <p:sp>
        <p:nvSpPr>
          <p:cNvPr id="20" name="Content Placeholder 14">
            <a:extLst>
              <a:ext uri="{FF2B5EF4-FFF2-40B4-BE49-F238E27FC236}">
                <a16:creationId xmlns:a16="http://schemas.microsoft.com/office/drawing/2014/main" id="{7A53F77C-00BE-3241-8A2A-EB08932AA86C}"/>
              </a:ext>
            </a:extLst>
          </p:cNvPr>
          <p:cNvSpPr>
            <a:spLocks noGrp="1"/>
          </p:cNvSpPr>
          <p:nvPr>
            <p:ph sz="quarter" idx="18" hasCustomPrompt="1"/>
          </p:nvPr>
        </p:nvSpPr>
        <p:spPr>
          <a:xfrm>
            <a:off x="3052689" y="5345492"/>
            <a:ext cx="8718271" cy="509202"/>
          </a:xfrm>
        </p:spPr>
        <p:txBody>
          <a:bodyPr anchor="ctr" anchorCtr="0">
            <a:noAutofit/>
          </a:bodyPr>
          <a:lstStyle>
            <a:lvl1pPr marL="0" indent="0">
              <a:lnSpc>
                <a:spcPct val="100000"/>
              </a:lnSpc>
              <a:buNone/>
              <a:defRPr sz="1600">
                <a:solidFill>
                  <a:srgbClr val="4A4F54"/>
                </a:solidFill>
                <a:latin typeface="Roboto" panose="02000000000000000000" pitchFamily="2" charset="0"/>
                <a:ea typeface="Roboto" panose="02000000000000000000" pitchFamily="2" charset="0"/>
              </a:defRPr>
            </a:lvl1pPr>
          </a:lstStyle>
          <a:p>
            <a:pPr lvl="0"/>
            <a:r>
              <a:rPr lang="en-US"/>
              <a:t>Lorem ipsum dolor sit amet, consectetur adipiscing elit.</a:t>
            </a:r>
          </a:p>
        </p:txBody>
      </p:sp>
      <p:sp>
        <p:nvSpPr>
          <p:cNvPr id="25" name="Slide Number Placeholder 5">
            <a:extLst>
              <a:ext uri="{FF2B5EF4-FFF2-40B4-BE49-F238E27FC236}">
                <a16:creationId xmlns:a16="http://schemas.microsoft.com/office/drawing/2014/main" id="{179FC8C9-D1BF-2440-A65B-597287CF33BA}"/>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35038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p:tgtEl>
                                          <p:spTgt spid="2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1">
                                            <p:txEl>
                                              <p:pRg st="1" end="1"/>
                                            </p:txEl>
                                          </p:spTgt>
                                        </p:tgtEl>
                                        <p:attrNameLst>
                                          <p:attrName>style.visibility</p:attrName>
                                        </p:attrNameLst>
                                      </p:cBhvr>
                                      <p:to>
                                        <p:strVal val="visible"/>
                                      </p:to>
                                    </p:set>
                                    <p:anim calcmode="lin" valueType="num">
                                      <p:cBhvr additive="base">
                                        <p:cTn id="13" dur="500"/>
                                        <p:tgtEl>
                                          <p:spTgt spid="2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1">
                                            <p:txEl>
                                              <p:pRg st="2" end="2"/>
                                            </p:txEl>
                                          </p:spTgt>
                                        </p:tgtEl>
                                        <p:attrNameLst>
                                          <p:attrName>style.visibility</p:attrName>
                                        </p:attrNameLst>
                                      </p:cBhvr>
                                      <p:to>
                                        <p:strVal val="visible"/>
                                      </p:to>
                                    </p:set>
                                    <p:anim calcmode="lin" valueType="num">
                                      <p:cBhvr additive="base">
                                        <p:cTn id="19" dur="500"/>
                                        <p:tgtEl>
                                          <p:spTgt spid="2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p:tgtEl>
                                          <p:spTgt spid="27"/>
                                        </p:tgtEl>
                                        <p:attrNameLst>
                                          <p:attrName>ppt_y</p:attrName>
                                        </p:attrNameLst>
                                      </p:cBhvr>
                                      <p:tavLst>
                                        <p:tav tm="0">
                                          <p:val>
                                            <p:strVal val="#ppt_y+#ppt_h*1.125000"/>
                                          </p:val>
                                        </p:tav>
                                        <p:tav tm="100000">
                                          <p:val>
                                            <p:strVal val="#ppt_y"/>
                                          </p:val>
                                        </p:tav>
                                      </p:tavLst>
                                    </p:anim>
                                    <p:animEffect transition="in" filter="wipe(up)">
                                      <p:cBhvr>
                                        <p:cTn id="26" dur="500"/>
                                        <p:tgtEl>
                                          <p:spTgt spid="27"/>
                                        </p:tgtEl>
                                      </p:cBhvr>
                                    </p:animEffect>
                                  </p:childTnLst>
                                </p:cTn>
                              </p:par>
                              <p:par>
                                <p:cTn id="27" presetID="8" presetClass="emph" presetSubtype="0" fill="hold" nodeType="withEffect">
                                  <p:stCondLst>
                                    <p:cond delay="0"/>
                                  </p:stCondLst>
                                  <p:childTnLst>
                                    <p:animRot by="21600000">
                                      <p:cBhvr>
                                        <p:cTn id="28" dur="2000" fill="hold"/>
                                        <p:tgtEl>
                                          <p:spTgt spid="27"/>
                                        </p:tgtEl>
                                        <p:attrNameLst>
                                          <p:attrName>r</p:attrName>
                                        </p:attrNameLst>
                                      </p:cBhvr>
                                    </p:animRot>
                                  </p:childTnLst>
                                </p:cTn>
                              </p:par>
                              <p:par>
                                <p:cTn id="29" presetID="12" presetClass="entr" presetSubtype="4" fill="hold" grpId="0" nodeType="withEffect">
                                  <p:stCondLst>
                                    <p:cond delay="0"/>
                                  </p:stCondLst>
                                  <p:childTnLst>
                                    <p:set>
                                      <p:cBhvr>
                                        <p:cTn id="30" dur="1" fill="hold">
                                          <p:stCondLst>
                                            <p:cond delay="0"/>
                                          </p:stCondLst>
                                        </p:cTn>
                                        <p:tgtEl>
                                          <p:spTgt spid="24">
                                            <p:txEl>
                                              <p:pRg st="0" end="0"/>
                                            </p:txEl>
                                          </p:spTgt>
                                        </p:tgtEl>
                                        <p:attrNameLst>
                                          <p:attrName>style.visibility</p:attrName>
                                        </p:attrNameLst>
                                      </p:cBhvr>
                                      <p:to>
                                        <p:strVal val="visible"/>
                                      </p:to>
                                    </p:set>
                                    <p:anim calcmode="lin" valueType="num">
                                      <p:cBhvr additive="base">
                                        <p:cTn id="31" dur="500"/>
                                        <p:tgtEl>
                                          <p:spTgt spid="24">
                                            <p:txEl>
                                              <p:pRg st="0" end="0"/>
                                            </p:txEl>
                                          </p:spTgt>
                                        </p:tgtEl>
                                        <p:attrNameLst>
                                          <p:attrName>ppt_y</p:attrName>
                                        </p:attrNameLst>
                                      </p:cBhvr>
                                      <p:tavLst>
                                        <p:tav tm="0">
                                          <p:val>
                                            <p:strVal val="#ppt_y+#ppt_h*1.125000"/>
                                          </p:val>
                                        </p:tav>
                                        <p:tav tm="100000">
                                          <p:val>
                                            <p:strVal val="#ppt_y"/>
                                          </p:val>
                                        </p:tav>
                                      </p:tavLst>
                                    </p:anim>
                                    <p:animEffect transition="in" filter="wipe(up)">
                                      <p:cBhvr>
                                        <p:cTn id="32" dur="500"/>
                                        <p:tgtEl>
                                          <p:spTgt spid="24">
                                            <p:txEl>
                                              <p:pRg st="0" end="0"/>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20">
                                            <p:txEl>
                                              <p:pRg st="0" end="0"/>
                                            </p:txEl>
                                          </p:spTgt>
                                        </p:tgtEl>
                                        <p:attrNameLst>
                                          <p:attrName>style.visibility</p:attrName>
                                        </p:attrNameLst>
                                      </p:cBhvr>
                                      <p:to>
                                        <p:strVal val="visible"/>
                                      </p:to>
                                    </p:set>
                                    <p:anim calcmode="lin" valueType="num">
                                      <p:cBhvr additive="base">
                                        <p:cTn id="35" dur="500"/>
                                        <p:tgtEl>
                                          <p:spTgt spid="20">
                                            <p:txEl>
                                              <p:pRg st="0" end="0"/>
                                            </p:txEl>
                                          </p:spTgt>
                                        </p:tgtEl>
                                        <p:attrNameLst>
                                          <p:attrName>ppt_y</p:attrName>
                                        </p:attrNameLst>
                                      </p:cBhvr>
                                      <p:tavLst>
                                        <p:tav tm="0">
                                          <p:val>
                                            <p:strVal val="#ppt_y+#ppt_h*1.125000"/>
                                          </p:val>
                                        </p:tav>
                                        <p:tav tm="100000">
                                          <p:val>
                                            <p:strVal val="#ppt_y"/>
                                          </p:val>
                                        </p:tav>
                                      </p:tavLst>
                                    </p:anim>
                                    <p:animEffect transition="in" filter="wipe(up)">
                                      <p:cBhvr>
                                        <p:cTn id="36"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tmplLst>
          <p:tmpl lvl="1">
            <p:tnLst>
              <p:par>
                <p:cTn presetID="12" presetClass="entr" presetSubtype="4" fill="hold" nodeType="click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p:tgtEl>
                          <p:spTgt spid="21"/>
                        </p:tgtEl>
                        <p:attrNameLst>
                          <p:attrName>ppt_y</p:attrName>
                        </p:attrNameLst>
                      </p:cBhvr>
                      <p:tavLst>
                        <p:tav tm="0">
                          <p:val>
                            <p:strVal val="#ppt_y+#ppt_h*1.125000"/>
                          </p:val>
                        </p:tav>
                        <p:tav tm="100000">
                          <p:val>
                            <p:strVal val="#ppt_y"/>
                          </p:val>
                        </p:tav>
                      </p:tavLst>
                    </p:anim>
                    <p:animEffect transition="in" filter="wipe(up)">
                      <p:cBhvr>
                        <p:cTn dur="500"/>
                        <p:tgtEl>
                          <p:spTgt spid="21"/>
                        </p:tgtEl>
                      </p:cBhvr>
                    </p:animEffect>
                  </p:childTnLst>
                </p:cTn>
              </p:par>
            </p:tnLst>
          </p:tmpl>
        </p:tmplLst>
      </p:bldP>
      <p:bldP spid="24" grpId="0" build="p">
        <p:tmplLst>
          <p:tmpl lvl="1">
            <p:tnLst>
              <p:par>
                <p:cTn presetID="12" presetClass="entr" presetSubtype="4"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p:tgtEl>
                          <p:spTgt spid="24"/>
                        </p:tgtEl>
                        <p:attrNameLst>
                          <p:attrName>ppt_y</p:attrName>
                        </p:attrNameLst>
                      </p:cBhvr>
                      <p:tavLst>
                        <p:tav tm="0">
                          <p:val>
                            <p:strVal val="#ppt_y+#ppt_h*1.125000"/>
                          </p:val>
                        </p:tav>
                        <p:tav tm="100000">
                          <p:val>
                            <p:strVal val="#ppt_y"/>
                          </p:val>
                        </p:tav>
                      </p:tavLst>
                    </p:anim>
                    <p:animEffect transition="in" filter="wipe(up)">
                      <p:cBhvr>
                        <p:cTn dur="500"/>
                        <p:tgtEl>
                          <p:spTgt spid="24"/>
                        </p:tgtEl>
                      </p:cBhvr>
                    </p:animEffect>
                  </p:childTnLst>
                </p:cTn>
              </p:par>
            </p:tnLst>
          </p:tmpl>
        </p:tmplLst>
      </p:bldP>
      <p:bldP spid="20" grpId="0" build="p">
        <p:tmplLst>
          <p:tmpl lvl="1">
            <p:tnLst>
              <p:par>
                <p:cTn presetID="12" presetClass="entr" presetSubtype="4" fill="hold" nodeType="with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p:tgtEl>
                          <p:spTgt spid="20"/>
                        </p:tgtEl>
                        <p:attrNameLst>
                          <p:attrName>ppt_y</p:attrName>
                        </p:attrNameLst>
                      </p:cBhvr>
                      <p:tavLst>
                        <p:tav tm="0">
                          <p:val>
                            <p:strVal val="#ppt_y+#ppt_h*1.125000"/>
                          </p:val>
                        </p:tav>
                        <p:tav tm="100000">
                          <p:val>
                            <p:strVal val="#ppt_y"/>
                          </p:val>
                        </p:tav>
                      </p:tavLst>
                    </p:anim>
                    <p:animEffect transition="in" filter="wipe(up)">
                      <p:cBhvr>
                        <p:cTn dur="500"/>
                        <p:tgtEl>
                          <p:spTgt spid="20"/>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numbered slide ">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F574A58-941B-6C42-9252-A096A288A1D5}"/>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26" name="Content Placeholder 12">
            <a:extLst>
              <a:ext uri="{FF2B5EF4-FFF2-40B4-BE49-F238E27FC236}">
                <a16:creationId xmlns:a16="http://schemas.microsoft.com/office/drawing/2014/main" id="{7E5A093F-B601-F048-9190-54819FCC79AA}"/>
              </a:ext>
            </a:extLst>
          </p:cNvPr>
          <p:cNvSpPr>
            <a:spLocks noGrp="1"/>
          </p:cNvSpPr>
          <p:nvPr>
            <p:ph sz="quarter" idx="17" hasCustomPrompt="1"/>
          </p:nvPr>
        </p:nvSpPr>
        <p:spPr>
          <a:xfrm>
            <a:off x="587375" y="584200"/>
            <a:ext cx="687527" cy="635000"/>
          </a:xfrm>
          <a:solidFill>
            <a:srgbClr val="2B7483"/>
          </a:solidFill>
        </p:spPr>
        <p:txBody>
          <a:bodyPr wrap="none" rtlCol="0" anchor="ctr">
            <a:normAutofit/>
          </a:bodyPr>
          <a:lstStyle>
            <a:lvl1pPr>
              <a:defRPr lang="en-US" sz="3000" b="1" dirty="0">
                <a:solidFill>
                  <a:schemeClr val="bg1"/>
                </a:solidFill>
                <a:latin typeface="Roboto Regular" panose="02000000000000000000" pitchFamily="2" charset="0"/>
                <a:ea typeface="Roboto" panose="02000000000000000000" pitchFamily="2" charset="0"/>
              </a:defRPr>
            </a:lvl1pPr>
          </a:lstStyle>
          <a:p>
            <a:pPr lvl="0">
              <a:spcBef>
                <a:spcPct val="0"/>
              </a:spcBef>
              <a:buNone/>
            </a:pPr>
            <a:r>
              <a:rPr lang="en-US"/>
              <a:t>01</a:t>
            </a:r>
          </a:p>
        </p:txBody>
      </p:sp>
      <p:sp>
        <p:nvSpPr>
          <p:cNvPr id="9" name="Title 1">
            <a:extLst>
              <a:ext uri="{FF2B5EF4-FFF2-40B4-BE49-F238E27FC236}">
                <a16:creationId xmlns:a16="http://schemas.microsoft.com/office/drawing/2014/main" id="{2D4F10A3-D64E-4F49-8122-A055CEBF2F2E}"/>
              </a:ext>
            </a:extLst>
          </p:cNvPr>
          <p:cNvSpPr>
            <a:spLocks noGrp="1"/>
          </p:cNvSpPr>
          <p:nvPr>
            <p:ph type="title" hasCustomPrompt="1"/>
          </p:nvPr>
        </p:nvSpPr>
        <p:spPr>
          <a:xfrm>
            <a:off x="1274902" y="584199"/>
            <a:ext cx="10293212" cy="649289"/>
          </a:xfrm>
          <a:prstGeom prst="rect">
            <a:avLst/>
          </a:prstGeom>
        </p:spPr>
        <p:txBody>
          <a:bodyPr>
            <a:normAutofit/>
          </a:bodyPr>
          <a:lstStyle>
            <a:lvl1pPr>
              <a:defRPr sz="3000">
                <a:solidFill>
                  <a:schemeClr val="bg1"/>
                </a:solidFill>
              </a:defRPr>
            </a:lvl1pPr>
          </a:lstStyle>
          <a:p>
            <a:r>
              <a:rPr lang="en-US"/>
              <a:t>Custom numbered slide — bonus</a:t>
            </a:r>
          </a:p>
        </p:txBody>
      </p:sp>
      <p:sp>
        <p:nvSpPr>
          <p:cNvPr id="10" name="Content Placeholder 12">
            <a:extLst>
              <a:ext uri="{FF2B5EF4-FFF2-40B4-BE49-F238E27FC236}">
                <a16:creationId xmlns:a16="http://schemas.microsoft.com/office/drawing/2014/main" id="{5B8AD548-A953-C647-9AB2-8DA412C54B27}"/>
              </a:ext>
            </a:extLst>
          </p:cNvPr>
          <p:cNvSpPr>
            <a:spLocks noGrp="1"/>
          </p:cNvSpPr>
          <p:nvPr>
            <p:ph sz="quarter" idx="13" hasCustomPrompt="1"/>
          </p:nvPr>
        </p:nvSpPr>
        <p:spPr>
          <a:xfrm>
            <a:off x="1270712" y="1610137"/>
            <a:ext cx="10491782" cy="508437"/>
          </a:xfrm>
        </p:spPr>
        <p:txBody>
          <a:bodyPr>
            <a:noAutofit/>
          </a:bodyPr>
          <a:lstStyle>
            <a:lvl1pPr marL="0" indent="0">
              <a:buNone/>
              <a:defRPr sz="2000" b="1">
                <a:solidFill>
                  <a:srgbClr val="6C1D45"/>
                </a:solidFill>
                <a:latin typeface="Roboto" panose="02000000000000000000" pitchFamily="2" charset="0"/>
                <a:ea typeface="Roboto" panose="02000000000000000000" pitchFamily="2" charset="0"/>
              </a:defRPr>
            </a:lvl1pPr>
          </a:lstStyle>
          <a:p>
            <a:pPr lvl="0"/>
            <a:r>
              <a:rPr lang="en-US"/>
              <a:t>Header</a:t>
            </a:r>
          </a:p>
        </p:txBody>
      </p:sp>
      <p:sp>
        <p:nvSpPr>
          <p:cNvPr id="11" name="Content Placeholder 14">
            <a:extLst>
              <a:ext uri="{FF2B5EF4-FFF2-40B4-BE49-F238E27FC236}">
                <a16:creationId xmlns:a16="http://schemas.microsoft.com/office/drawing/2014/main" id="{A67F0D2E-67F8-4147-893E-6D5295818F13}"/>
              </a:ext>
            </a:extLst>
          </p:cNvPr>
          <p:cNvSpPr>
            <a:spLocks noGrp="1"/>
          </p:cNvSpPr>
          <p:nvPr>
            <p:ph sz="quarter" idx="14" hasCustomPrompt="1"/>
          </p:nvPr>
        </p:nvSpPr>
        <p:spPr>
          <a:xfrm>
            <a:off x="1279177" y="2250663"/>
            <a:ext cx="10491783" cy="2197616"/>
          </a:xfrm>
        </p:spPr>
        <p:txBody>
          <a:bodyPr>
            <a:normAutofit/>
          </a:bodyPr>
          <a:lstStyle>
            <a:lvl1pPr marL="285750" indent="-285750">
              <a:lnSpc>
                <a:spcPct val="100000"/>
              </a:lnSpc>
              <a:buClr>
                <a:srgbClr val="6C1D45"/>
              </a:buClr>
              <a:buFont typeface="Arial" panose="020B0604020202020204" pitchFamily="34" charset="0"/>
              <a:buChar char="•"/>
              <a:defRPr sz="1600">
                <a:solidFill>
                  <a:srgbClr val="4A4F54"/>
                </a:solidFill>
                <a:latin typeface="Roboto" panose="02000000000000000000" pitchFamily="2" charset="0"/>
                <a:ea typeface="Roboto" panose="02000000000000000000" pitchFamily="2" charset="0"/>
              </a:defRPr>
            </a:lvl1pPr>
          </a:lstStyle>
          <a:p>
            <a:pPr lvl="0"/>
            <a:r>
              <a:rPr lang="en-US"/>
              <a:t>Bullet 1</a:t>
            </a:r>
          </a:p>
          <a:p>
            <a:pPr lvl="0"/>
            <a:r>
              <a:rPr lang="en-US"/>
              <a:t>Bullet 2</a:t>
            </a:r>
          </a:p>
          <a:p>
            <a:pPr lvl="0"/>
            <a:r>
              <a:rPr lang="en-US"/>
              <a:t>Bullet 3</a:t>
            </a:r>
          </a:p>
        </p:txBody>
      </p:sp>
      <p:sp>
        <p:nvSpPr>
          <p:cNvPr id="14" name="Slide Number Placeholder 5">
            <a:extLst>
              <a:ext uri="{FF2B5EF4-FFF2-40B4-BE49-F238E27FC236}">
                <a16:creationId xmlns:a16="http://schemas.microsoft.com/office/drawing/2014/main" id="{4900C55B-EBAB-6944-B0B8-36DCF6830ADB}"/>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1000190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p:tgtEl>
                                          <p:spTgt spid="1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 calcmode="lin" valueType="num">
                                      <p:cBhvr additive="base">
                                        <p:cTn id="13" dur="500"/>
                                        <p:tgtEl>
                                          <p:spTgt spid="1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 calcmode="lin" valueType="num">
                                      <p:cBhvr additive="base">
                                        <p:cTn id="19" dur="500"/>
                                        <p:tgtEl>
                                          <p:spTgt spid="11">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tmplLst>
          <p:tmpl lvl="1">
            <p:tnLst>
              <p:par>
                <p:cTn presetID="12" presetClass="entr" presetSubtype="4" fill="hold" nodeType="click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p:tgtEl>
                          <p:spTgt spid="11"/>
                        </p:tgtEl>
                        <p:attrNameLst>
                          <p:attrName>ppt_y</p:attrName>
                        </p:attrNameLst>
                      </p:cBhvr>
                      <p:tavLst>
                        <p:tav tm="0">
                          <p:val>
                            <p:strVal val="#ppt_y+#ppt_h*1.125000"/>
                          </p:val>
                        </p:tav>
                        <p:tav tm="100000">
                          <p:val>
                            <p:strVal val="#ppt_y"/>
                          </p:val>
                        </p:tav>
                      </p:tavLst>
                    </p:anim>
                    <p:animEffect transition="in" filter="wipe(up)">
                      <p:cBhvr>
                        <p:cTn dur="500"/>
                        <p:tgtEl>
                          <p:spTgt spid="11"/>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 2 data">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15609A-4395-BE42-BEA0-4E0B12319D36}"/>
              </a:ext>
            </a:extLst>
          </p:cNvPr>
          <p:cNvSpPr/>
          <p:nvPr userDrawn="1"/>
        </p:nvSpPr>
        <p:spPr>
          <a:xfrm>
            <a:off x="-83127" y="-83126"/>
            <a:ext cx="12374088" cy="1302326"/>
          </a:xfrm>
          <a:prstGeom prst="rect">
            <a:avLst/>
          </a:prstGeom>
          <a:gradFill>
            <a:gsLst>
              <a:gs pos="100000">
                <a:srgbClr val="2B7483"/>
              </a:gs>
              <a:gs pos="10000">
                <a:srgbClr val="43A7BE"/>
              </a:gs>
            </a:gsLst>
            <a:lin ang="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err="1">
              <a:solidFill>
                <a:schemeClr val="tx1"/>
              </a:solidFill>
            </a:endParaRPr>
          </a:p>
        </p:txBody>
      </p:sp>
      <p:sp>
        <p:nvSpPr>
          <p:cNvPr id="3" name="Content Placeholder 2">
            <a:extLst>
              <a:ext uri="{FF2B5EF4-FFF2-40B4-BE49-F238E27FC236}">
                <a16:creationId xmlns:a16="http://schemas.microsoft.com/office/drawing/2014/main" id="{BEF7B026-47D5-854D-A6CA-B4A2172DA0B7}"/>
              </a:ext>
            </a:extLst>
          </p:cNvPr>
          <p:cNvSpPr>
            <a:spLocks noGrp="1"/>
          </p:cNvSpPr>
          <p:nvPr>
            <p:ph sz="half" idx="1" hasCustomPrompt="1"/>
          </p:nvPr>
        </p:nvSpPr>
        <p:spPr>
          <a:xfrm>
            <a:off x="1004857" y="2102175"/>
            <a:ext cx="1949116" cy="953846"/>
          </a:xfrm>
        </p:spPr>
        <p:txBody>
          <a:bodyPr>
            <a:noAutofit/>
          </a:bodyPr>
          <a:lstStyle>
            <a:lvl1pPr marL="0" indent="0">
              <a:buNone/>
              <a:defRPr sz="6600" b="1">
                <a:solidFill>
                  <a:srgbClr val="A50034"/>
                </a:solidFill>
                <a:latin typeface="Roboto" panose="02000000000000000000" pitchFamily="2" charset="0"/>
                <a:ea typeface="Roboto" panose="02000000000000000000" pitchFamily="2" charset="0"/>
              </a:defRPr>
            </a:lvl1pPr>
            <a:lvl2pPr marL="457200" indent="0">
              <a:buNone/>
              <a:defRPr/>
            </a:lvl2pPr>
          </a:lstStyle>
          <a:p>
            <a:pPr lvl="0"/>
            <a:r>
              <a:rPr lang="en-US"/>
              <a:t>%</a:t>
            </a:r>
          </a:p>
        </p:txBody>
      </p:sp>
      <p:sp>
        <p:nvSpPr>
          <p:cNvPr id="4" name="Content Placeholder 3">
            <a:extLst>
              <a:ext uri="{FF2B5EF4-FFF2-40B4-BE49-F238E27FC236}">
                <a16:creationId xmlns:a16="http://schemas.microsoft.com/office/drawing/2014/main" id="{6A202B5C-4051-A243-B86F-7060A75FBBBA}"/>
              </a:ext>
            </a:extLst>
          </p:cNvPr>
          <p:cNvSpPr>
            <a:spLocks noGrp="1"/>
          </p:cNvSpPr>
          <p:nvPr>
            <p:ph sz="half" idx="2" hasCustomPrompt="1"/>
          </p:nvPr>
        </p:nvSpPr>
        <p:spPr>
          <a:xfrm>
            <a:off x="1004858" y="3217603"/>
            <a:ext cx="1949116" cy="331713"/>
          </a:xfrm>
        </p:spPr>
        <p:txBody>
          <a:bodyPr>
            <a:normAutofit/>
          </a:bodyPr>
          <a:lstStyle>
            <a:lvl1pPr marL="0" indent="0">
              <a:buNone/>
              <a:defRPr sz="1400" b="1">
                <a:solidFill>
                  <a:srgbClr val="4A4F54"/>
                </a:solidFill>
                <a:latin typeface="Roboto" panose="02000000000000000000" pitchFamily="2" charset="0"/>
                <a:ea typeface="Roboto" panose="02000000000000000000" pitchFamily="2" charset="0"/>
              </a:defRPr>
            </a:lvl1pPr>
          </a:lstStyle>
          <a:p>
            <a:pPr lvl="0"/>
            <a:r>
              <a:rPr lang="en-US"/>
              <a:t>Subhead</a:t>
            </a:r>
          </a:p>
        </p:txBody>
      </p:sp>
      <p:sp>
        <p:nvSpPr>
          <p:cNvPr id="34" name="Content Placeholder 2">
            <a:extLst>
              <a:ext uri="{FF2B5EF4-FFF2-40B4-BE49-F238E27FC236}">
                <a16:creationId xmlns:a16="http://schemas.microsoft.com/office/drawing/2014/main" id="{E18F4A03-E152-A440-B6EA-D80C51AF03E8}"/>
              </a:ext>
            </a:extLst>
          </p:cNvPr>
          <p:cNvSpPr>
            <a:spLocks noGrp="1"/>
          </p:cNvSpPr>
          <p:nvPr>
            <p:ph sz="half" idx="15" hasCustomPrompt="1"/>
          </p:nvPr>
        </p:nvSpPr>
        <p:spPr>
          <a:xfrm>
            <a:off x="4588907" y="3830557"/>
            <a:ext cx="7161141" cy="1453347"/>
          </a:xfrm>
        </p:spPr>
        <p:txBody>
          <a:bodyPr>
            <a:normAutofit/>
          </a:bodyPr>
          <a:lstStyle>
            <a:lvl1pPr marL="0" indent="0" algn="r">
              <a:lnSpc>
                <a:spcPct val="100000"/>
              </a:lnSpc>
              <a:buNone/>
              <a:defRPr sz="2100" b="1">
                <a:solidFill>
                  <a:srgbClr val="6C1D45"/>
                </a:solidFill>
                <a:latin typeface="Roboto" panose="02000000000000000000" pitchFamily="2" charset="0"/>
                <a:ea typeface="Roboto" panose="02000000000000000000" pitchFamily="2" charset="0"/>
              </a:defRPr>
            </a:lvl1pPr>
            <a:lvl2pPr marL="457200" indent="0">
              <a:buNone/>
              <a:defRPr/>
            </a:lvl2pPr>
          </a:lstStyle>
          <a:p>
            <a:pPr lvl="0"/>
            <a:r>
              <a:rPr lang="en-US"/>
              <a:t>Body copy</a:t>
            </a:r>
          </a:p>
        </p:txBody>
      </p:sp>
      <p:sp>
        <p:nvSpPr>
          <p:cNvPr id="36" name="Content Placeholder 2">
            <a:extLst>
              <a:ext uri="{FF2B5EF4-FFF2-40B4-BE49-F238E27FC236}">
                <a16:creationId xmlns:a16="http://schemas.microsoft.com/office/drawing/2014/main" id="{982CAD0B-BED8-1043-9E8E-DEEF17C8025D}"/>
              </a:ext>
            </a:extLst>
          </p:cNvPr>
          <p:cNvSpPr>
            <a:spLocks noGrp="1"/>
          </p:cNvSpPr>
          <p:nvPr>
            <p:ph sz="half" idx="17" hasCustomPrompt="1"/>
          </p:nvPr>
        </p:nvSpPr>
        <p:spPr>
          <a:xfrm>
            <a:off x="3967177" y="2104331"/>
            <a:ext cx="1949116" cy="953846"/>
          </a:xfrm>
        </p:spPr>
        <p:txBody>
          <a:bodyPr>
            <a:noAutofit/>
          </a:bodyPr>
          <a:lstStyle>
            <a:lvl1pPr marL="0" indent="0">
              <a:buNone/>
              <a:defRPr sz="6600" b="1">
                <a:solidFill>
                  <a:srgbClr val="A50034"/>
                </a:solidFill>
                <a:latin typeface="Roboto" panose="02000000000000000000" pitchFamily="2" charset="0"/>
                <a:ea typeface="Roboto" panose="02000000000000000000" pitchFamily="2" charset="0"/>
              </a:defRPr>
            </a:lvl1pPr>
            <a:lvl2pPr marL="457200" indent="0">
              <a:buNone/>
              <a:defRPr/>
            </a:lvl2pPr>
          </a:lstStyle>
          <a:p>
            <a:pPr lvl="0"/>
            <a:r>
              <a:rPr lang="en-US"/>
              <a:t>%</a:t>
            </a:r>
          </a:p>
        </p:txBody>
      </p:sp>
      <p:sp>
        <p:nvSpPr>
          <p:cNvPr id="37" name="Content Placeholder 2">
            <a:extLst>
              <a:ext uri="{FF2B5EF4-FFF2-40B4-BE49-F238E27FC236}">
                <a16:creationId xmlns:a16="http://schemas.microsoft.com/office/drawing/2014/main" id="{8F546373-BDD8-664B-AC10-322CEB52545B}"/>
              </a:ext>
            </a:extLst>
          </p:cNvPr>
          <p:cNvSpPr>
            <a:spLocks noGrp="1"/>
          </p:cNvSpPr>
          <p:nvPr>
            <p:ph sz="half" idx="18" hasCustomPrompt="1"/>
          </p:nvPr>
        </p:nvSpPr>
        <p:spPr>
          <a:xfrm>
            <a:off x="6929497" y="2102175"/>
            <a:ext cx="1949116" cy="953846"/>
          </a:xfrm>
        </p:spPr>
        <p:txBody>
          <a:bodyPr>
            <a:noAutofit/>
          </a:bodyPr>
          <a:lstStyle>
            <a:lvl1pPr marL="0" indent="0">
              <a:buNone/>
              <a:defRPr sz="6600" b="1">
                <a:solidFill>
                  <a:srgbClr val="A50034"/>
                </a:solidFill>
                <a:latin typeface="Roboto" panose="02000000000000000000" pitchFamily="2" charset="0"/>
                <a:ea typeface="Roboto" panose="02000000000000000000" pitchFamily="2" charset="0"/>
              </a:defRPr>
            </a:lvl1pPr>
            <a:lvl2pPr marL="457200" indent="0">
              <a:buNone/>
              <a:defRPr/>
            </a:lvl2pPr>
          </a:lstStyle>
          <a:p>
            <a:pPr lvl="0"/>
            <a:r>
              <a:rPr lang="en-US"/>
              <a:t>%</a:t>
            </a:r>
          </a:p>
        </p:txBody>
      </p:sp>
      <p:sp>
        <p:nvSpPr>
          <p:cNvPr id="38" name="Content Placeholder 2">
            <a:extLst>
              <a:ext uri="{FF2B5EF4-FFF2-40B4-BE49-F238E27FC236}">
                <a16:creationId xmlns:a16="http://schemas.microsoft.com/office/drawing/2014/main" id="{1134914D-7CD5-844A-8CA2-F7548F041817}"/>
              </a:ext>
            </a:extLst>
          </p:cNvPr>
          <p:cNvSpPr>
            <a:spLocks noGrp="1"/>
          </p:cNvSpPr>
          <p:nvPr>
            <p:ph sz="half" idx="19" hasCustomPrompt="1"/>
          </p:nvPr>
        </p:nvSpPr>
        <p:spPr>
          <a:xfrm>
            <a:off x="9800932" y="2102175"/>
            <a:ext cx="1949116" cy="953846"/>
          </a:xfrm>
        </p:spPr>
        <p:txBody>
          <a:bodyPr>
            <a:noAutofit/>
          </a:bodyPr>
          <a:lstStyle>
            <a:lvl1pPr marL="0" indent="0">
              <a:buNone/>
              <a:defRPr sz="6600" b="1">
                <a:solidFill>
                  <a:srgbClr val="A50034"/>
                </a:solidFill>
                <a:latin typeface="Roboto" panose="02000000000000000000" pitchFamily="2" charset="0"/>
                <a:ea typeface="Roboto" panose="02000000000000000000" pitchFamily="2" charset="0"/>
              </a:defRPr>
            </a:lvl1pPr>
            <a:lvl2pPr marL="457200" indent="0">
              <a:buNone/>
              <a:defRPr/>
            </a:lvl2pPr>
          </a:lstStyle>
          <a:p>
            <a:pPr lvl="0"/>
            <a:r>
              <a:rPr lang="en-US"/>
              <a:t>%</a:t>
            </a:r>
          </a:p>
        </p:txBody>
      </p:sp>
      <p:sp>
        <p:nvSpPr>
          <p:cNvPr id="39" name="Content Placeholder 3">
            <a:extLst>
              <a:ext uri="{FF2B5EF4-FFF2-40B4-BE49-F238E27FC236}">
                <a16:creationId xmlns:a16="http://schemas.microsoft.com/office/drawing/2014/main" id="{C2BD0575-0083-374B-AE3D-74F38E9E4ABE}"/>
              </a:ext>
            </a:extLst>
          </p:cNvPr>
          <p:cNvSpPr>
            <a:spLocks noGrp="1"/>
          </p:cNvSpPr>
          <p:nvPr>
            <p:ph sz="half" idx="16" hasCustomPrompt="1"/>
          </p:nvPr>
        </p:nvSpPr>
        <p:spPr>
          <a:xfrm>
            <a:off x="5636302" y="5552400"/>
            <a:ext cx="6113746" cy="496271"/>
          </a:xfrm>
        </p:spPr>
        <p:txBody>
          <a:bodyPr>
            <a:normAutofit/>
          </a:bodyPr>
          <a:lstStyle>
            <a:lvl1pPr marL="0" indent="0" algn="r">
              <a:buNone/>
              <a:defRPr sz="1600" b="0">
                <a:solidFill>
                  <a:srgbClr val="4A4F54"/>
                </a:solidFill>
                <a:latin typeface="Roboto" panose="02000000000000000000" pitchFamily="2" charset="0"/>
                <a:ea typeface="Roboto" panose="02000000000000000000" pitchFamily="2" charset="0"/>
              </a:defRPr>
            </a:lvl1pPr>
          </a:lstStyle>
          <a:p>
            <a:pPr lvl="0"/>
            <a:r>
              <a:rPr lang="en-US"/>
              <a:t>— Attribution</a:t>
            </a:r>
          </a:p>
        </p:txBody>
      </p:sp>
      <p:sp>
        <p:nvSpPr>
          <p:cNvPr id="40" name="Content Placeholder 3">
            <a:extLst>
              <a:ext uri="{FF2B5EF4-FFF2-40B4-BE49-F238E27FC236}">
                <a16:creationId xmlns:a16="http://schemas.microsoft.com/office/drawing/2014/main" id="{51E2E38F-B217-4F4D-A40F-918AA6513E3B}"/>
              </a:ext>
            </a:extLst>
          </p:cNvPr>
          <p:cNvSpPr>
            <a:spLocks noGrp="1"/>
          </p:cNvSpPr>
          <p:nvPr>
            <p:ph sz="half" idx="20" hasCustomPrompt="1"/>
          </p:nvPr>
        </p:nvSpPr>
        <p:spPr>
          <a:xfrm>
            <a:off x="3955147" y="3217603"/>
            <a:ext cx="1949116" cy="331713"/>
          </a:xfrm>
        </p:spPr>
        <p:txBody>
          <a:bodyPr>
            <a:normAutofit/>
          </a:bodyPr>
          <a:lstStyle>
            <a:lvl1pPr marL="0" indent="0">
              <a:buNone/>
              <a:defRPr sz="1400" b="1">
                <a:solidFill>
                  <a:srgbClr val="4A4F54"/>
                </a:solidFill>
                <a:latin typeface="Roboto" panose="02000000000000000000" pitchFamily="2" charset="0"/>
                <a:ea typeface="Roboto" panose="02000000000000000000" pitchFamily="2" charset="0"/>
              </a:defRPr>
            </a:lvl1pPr>
          </a:lstStyle>
          <a:p>
            <a:pPr lvl="0"/>
            <a:r>
              <a:rPr lang="en-US"/>
              <a:t>Subhead</a:t>
            </a:r>
          </a:p>
        </p:txBody>
      </p:sp>
      <p:sp>
        <p:nvSpPr>
          <p:cNvPr id="41" name="Content Placeholder 3">
            <a:extLst>
              <a:ext uri="{FF2B5EF4-FFF2-40B4-BE49-F238E27FC236}">
                <a16:creationId xmlns:a16="http://schemas.microsoft.com/office/drawing/2014/main" id="{034830CC-3C91-9847-B142-5A8657D08134}"/>
              </a:ext>
            </a:extLst>
          </p:cNvPr>
          <p:cNvSpPr>
            <a:spLocks noGrp="1"/>
          </p:cNvSpPr>
          <p:nvPr>
            <p:ph sz="half" idx="21" hasCustomPrompt="1"/>
          </p:nvPr>
        </p:nvSpPr>
        <p:spPr>
          <a:xfrm>
            <a:off x="6929497" y="3217603"/>
            <a:ext cx="1949116" cy="331713"/>
          </a:xfrm>
        </p:spPr>
        <p:txBody>
          <a:bodyPr>
            <a:normAutofit/>
          </a:bodyPr>
          <a:lstStyle>
            <a:lvl1pPr marL="0" indent="0">
              <a:buNone/>
              <a:defRPr sz="1400" b="1">
                <a:solidFill>
                  <a:srgbClr val="4A4F54"/>
                </a:solidFill>
                <a:latin typeface="Roboto" panose="02000000000000000000" pitchFamily="2" charset="0"/>
                <a:ea typeface="Roboto" panose="02000000000000000000" pitchFamily="2" charset="0"/>
              </a:defRPr>
            </a:lvl1pPr>
          </a:lstStyle>
          <a:p>
            <a:pPr lvl="0"/>
            <a:r>
              <a:rPr lang="en-US"/>
              <a:t>Subhead</a:t>
            </a:r>
          </a:p>
        </p:txBody>
      </p:sp>
      <p:sp>
        <p:nvSpPr>
          <p:cNvPr id="42" name="Content Placeholder 3">
            <a:extLst>
              <a:ext uri="{FF2B5EF4-FFF2-40B4-BE49-F238E27FC236}">
                <a16:creationId xmlns:a16="http://schemas.microsoft.com/office/drawing/2014/main" id="{AE43A7F7-E693-1F4F-8966-4DE03E48D1E2}"/>
              </a:ext>
            </a:extLst>
          </p:cNvPr>
          <p:cNvSpPr>
            <a:spLocks noGrp="1"/>
          </p:cNvSpPr>
          <p:nvPr>
            <p:ph sz="half" idx="22" hasCustomPrompt="1"/>
          </p:nvPr>
        </p:nvSpPr>
        <p:spPr>
          <a:xfrm>
            <a:off x="9800932" y="3217603"/>
            <a:ext cx="1949116" cy="331713"/>
          </a:xfrm>
        </p:spPr>
        <p:txBody>
          <a:bodyPr>
            <a:normAutofit/>
          </a:bodyPr>
          <a:lstStyle>
            <a:lvl1pPr marL="0" indent="0">
              <a:buNone/>
              <a:defRPr sz="1400" b="1">
                <a:solidFill>
                  <a:srgbClr val="4A4F54"/>
                </a:solidFill>
                <a:latin typeface="Roboto" panose="02000000000000000000" pitchFamily="2" charset="0"/>
                <a:ea typeface="Roboto" panose="02000000000000000000" pitchFamily="2" charset="0"/>
              </a:defRPr>
            </a:lvl1pPr>
          </a:lstStyle>
          <a:p>
            <a:pPr lvl="0"/>
            <a:r>
              <a:rPr lang="en-US"/>
              <a:t>Subhead</a:t>
            </a:r>
          </a:p>
        </p:txBody>
      </p:sp>
      <p:cxnSp>
        <p:nvCxnSpPr>
          <p:cNvPr id="27" name="Straight Connector 26">
            <a:extLst>
              <a:ext uri="{FF2B5EF4-FFF2-40B4-BE49-F238E27FC236}">
                <a16:creationId xmlns:a16="http://schemas.microsoft.com/office/drawing/2014/main" id="{5C1BB801-C031-3149-A371-71F935F20B38}"/>
              </a:ext>
            </a:extLst>
          </p:cNvPr>
          <p:cNvCxnSpPr/>
          <p:nvPr userDrawn="1"/>
        </p:nvCxnSpPr>
        <p:spPr>
          <a:xfrm>
            <a:off x="3387110" y="1913021"/>
            <a:ext cx="0" cy="1143000"/>
          </a:xfrm>
          <a:prstGeom prst="line">
            <a:avLst/>
          </a:prstGeom>
          <a:ln w="25400">
            <a:solidFill>
              <a:srgbClr val="6F706E"/>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E00E8EB-7FCC-4348-85EB-6E9CC59D5DBC}"/>
              </a:ext>
            </a:extLst>
          </p:cNvPr>
          <p:cNvCxnSpPr/>
          <p:nvPr userDrawn="1"/>
        </p:nvCxnSpPr>
        <p:spPr>
          <a:xfrm>
            <a:off x="6330837" y="1913021"/>
            <a:ext cx="0" cy="1143000"/>
          </a:xfrm>
          <a:prstGeom prst="line">
            <a:avLst/>
          </a:prstGeom>
          <a:ln w="25400">
            <a:solidFill>
              <a:srgbClr val="6F706E"/>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CB17817-8782-9D43-BAC7-91104C6C82CA}"/>
              </a:ext>
            </a:extLst>
          </p:cNvPr>
          <p:cNvCxnSpPr/>
          <p:nvPr userDrawn="1"/>
        </p:nvCxnSpPr>
        <p:spPr>
          <a:xfrm>
            <a:off x="9298626" y="1913021"/>
            <a:ext cx="0" cy="1143000"/>
          </a:xfrm>
          <a:prstGeom prst="line">
            <a:avLst/>
          </a:prstGeom>
          <a:ln w="25400">
            <a:solidFill>
              <a:srgbClr val="6F706E"/>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11E1199-5D47-4540-B6B9-D1E2A5D575EA}"/>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20" name="Title 1">
            <a:extLst>
              <a:ext uri="{FF2B5EF4-FFF2-40B4-BE49-F238E27FC236}">
                <a16:creationId xmlns:a16="http://schemas.microsoft.com/office/drawing/2014/main" id="{4FD929EF-C26E-7B4E-B4DE-94AA78EBD3A4}"/>
              </a:ext>
            </a:extLst>
          </p:cNvPr>
          <p:cNvSpPr>
            <a:spLocks noGrp="1"/>
          </p:cNvSpPr>
          <p:nvPr>
            <p:ph type="title" hasCustomPrompt="1"/>
          </p:nvPr>
        </p:nvSpPr>
        <p:spPr>
          <a:xfrm>
            <a:off x="339435" y="17927"/>
            <a:ext cx="11410613" cy="1129556"/>
          </a:xfrm>
          <a:prstGeom prst="rect">
            <a:avLst/>
          </a:prstGeom>
        </p:spPr>
        <p:txBody>
          <a:bodyPr>
            <a:normAutofit/>
          </a:bodyPr>
          <a:lstStyle>
            <a:lvl1pPr>
              <a:defRPr sz="3000">
                <a:solidFill>
                  <a:schemeClr val="bg1"/>
                </a:solidFill>
              </a:defRPr>
            </a:lvl1pPr>
          </a:lstStyle>
          <a:p>
            <a:r>
              <a:rPr lang="en-US"/>
              <a:t>Sample custom layout — data</a:t>
            </a:r>
          </a:p>
        </p:txBody>
      </p:sp>
      <p:sp>
        <p:nvSpPr>
          <p:cNvPr id="21" name="Slide Number Placeholder 5">
            <a:extLst>
              <a:ext uri="{FF2B5EF4-FFF2-40B4-BE49-F238E27FC236}">
                <a16:creationId xmlns:a16="http://schemas.microsoft.com/office/drawing/2014/main" id="{C504B85B-5272-DF42-A153-0FAE49BF5911}"/>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2588477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03652C9-F40F-8340-8564-D340ECDD5E29}"/>
              </a:ext>
            </a:extLst>
          </p:cNvPr>
          <p:cNvSpPr/>
          <p:nvPr userDrawn="1"/>
        </p:nvSpPr>
        <p:spPr>
          <a:xfrm>
            <a:off x="-83127" y="-83126"/>
            <a:ext cx="12374088" cy="1302326"/>
          </a:xfrm>
          <a:prstGeom prst="rect">
            <a:avLst/>
          </a:prstGeom>
          <a:gradFill>
            <a:gsLst>
              <a:gs pos="100000">
                <a:srgbClr val="2B7483"/>
              </a:gs>
              <a:gs pos="10000">
                <a:srgbClr val="43A7BE"/>
              </a:gs>
            </a:gsLst>
            <a:lin ang="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err="1">
              <a:solidFill>
                <a:schemeClr val="tx1"/>
              </a:solidFill>
            </a:endParaRPr>
          </a:p>
        </p:txBody>
      </p:sp>
      <p:sp>
        <p:nvSpPr>
          <p:cNvPr id="11" name="TextBox 10">
            <a:extLst>
              <a:ext uri="{FF2B5EF4-FFF2-40B4-BE49-F238E27FC236}">
                <a16:creationId xmlns:a16="http://schemas.microsoft.com/office/drawing/2014/main" id="{56C3C2C0-AC17-2F41-AC40-FAF6E1992727}"/>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rgbClr val="D22630"/>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12" name="Content Placeholder 2">
            <a:extLst>
              <a:ext uri="{FF2B5EF4-FFF2-40B4-BE49-F238E27FC236}">
                <a16:creationId xmlns:a16="http://schemas.microsoft.com/office/drawing/2014/main" id="{85D4B0F6-CBEB-EC42-B137-C470A0F50440}"/>
              </a:ext>
            </a:extLst>
          </p:cNvPr>
          <p:cNvSpPr>
            <a:spLocks noGrp="1"/>
          </p:cNvSpPr>
          <p:nvPr>
            <p:ph sz="half" idx="1" hasCustomPrompt="1"/>
          </p:nvPr>
        </p:nvSpPr>
        <p:spPr>
          <a:xfrm>
            <a:off x="1204226" y="1408879"/>
            <a:ext cx="3110388" cy="4586030"/>
          </a:xfrm>
        </p:spPr>
        <p:txBody>
          <a:bodyPr>
            <a:noAutofit/>
          </a:bodyPr>
          <a:lstStyle>
            <a:lvl1pPr marL="0" indent="0">
              <a:buNone/>
              <a:defRPr sz="40000" b="1">
                <a:solidFill>
                  <a:srgbClr val="43A7BE"/>
                </a:solidFill>
                <a:latin typeface="Roboto" panose="02000000000000000000" pitchFamily="2" charset="0"/>
                <a:ea typeface="Roboto" panose="02000000000000000000" pitchFamily="2" charset="0"/>
              </a:defRPr>
            </a:lvl1pPr>
            <a:lvl2pPr marL="457200" indent="0">
              <a:buNone/>
              <a:defRPr/>
            </a:lvl2pPr>
          </a:lstStyle>
          <a:p>
            <a:pPr lvl="0"/>
            <a:r>
              <a:rPr lang="en-US"/>
              <a:t>7</a:t>
            </a:r>
          </a:p>
        </p:txBody>
      </p:sp>
      <p:sp>
        <p:nvSpPr>
          <p:cNvPr id="13" name="Content Placeholder 2">
            <a:extLst>
              <a:ext uri="{FF2B5EF4-FFF2-40B4-BE49-F238E27FC236}">
                <a16:creationId xmlns:a16="http://schemas.microsoft.com/office/drawing/2014/main" id="{87274E0F-D5FD-B149-9A4E-519A55A5F4D5}"/>
              </a:ext>
            </a:extLst>
          </p:cNvPr>
          <p:cNvSpPr>
            <a:spLocks noGrp="1"/>
          </p:cNvSpPr>
          <p:nvPr>
            <p:ph sz="half" idx="13" hasCustomPrompt="1"/>
          </p:nvPr>
        </p:nvSpPr>
        <p:spPr>
          <a:xfrm>
            <a:off x="4864875" y="2012673"/>
            <a:ext cx="6906087" cy="490063"/>
          </a:xfrm>
        </p:spPr>
        <p:txBody>
          <a:bodyPr>
            <a:noAutofit/>
          </a:bodyPr>
          <a:lstStyle>
            <a:lvl1pPr marL="0" indent="0">
              <a:buNone/>
              <a:defRPr sz="2000" b="1">
                <a:solidFill>
                  <a:srgbClr val="4A4F54"/>
                </a:solidFill>
                <a:latin typeface="Roboto" panose="02000000000000000000" pitchFamily="2" charset="0"/>
                <a:ea typeface="Roboto" panose="02000000000000000000" pitchFamily="2" charset="0"/>
              </a:defRPr>
            </a:lvl1pPr>
            <a:lvl2pPr marL="457200" indent="0">
              <a:buNone/>
              <a:defRPr/>
            </a:lvl2pPr>
          </a:lstStyle>
          <a:p>
            <a:pPr lvl="0"/>
            <a:r>
              <a:rPr lang="en-US"/>
              <a:t>Header</a:t>
            </a:r>
          </a:p>
        </p:txBody>
      </p:sp>
      <p:sp>
        <p:nvSpPr>
          <p:cNvPr id="14" name="Content Placeholder 2">
            <a:extLst>
              <a:ext uri="{FF2B5EF4-FFF2-40B4-BE49-F238E27FC236}">
                <a16:creationId xmlns:a16="http://schemas.microsoft.com/office/drawing/2014/main" id="{EA0A157E-3816-F249-90DD-4522A6B2387C}"/>
              </a:ext>
            </a:extLst>
          </p:cNvPr>
          <p:cNvSpPr>
            <a:spLocks noGrp="1"/>
          </p:cNvSpPr>
          <p:nvPr>
            <p:ph sz="half" idx="15" hasCustomPrompt="1"/>
          </p:nvPr>
        </p:nvSpPr>
        <p:spPr>
          <a:xfrm>
            <a:off x="4864874" y="2755654"/>
            <a:ext cx="6906087" cy="2366462"/>
          </a:xfrm>
        </p:spPr>
        <p:txBody>
          <a:bodyPr>
            <a:normAutofit/>
          </a:bodyPr>
          <a:lstStyle>
            <a:lvl1pPr marL="0" indent="0">
              <a:buNone/>
              <a:defRPr sz="1800" b="1">
                <a:solidFill>
                  <a:srgbClr val="6C1D45"/>
                </a:solidFill>
                <a:latin typeface="Roboto" panose="02000000000000000000" pitchFamily="2" charset="0"/>
                <a:ea typeface="Roboto" panose="02000000000000000000" pitchFamily="2" charset="0"/>
              </a:defRPr>
            </a:lvl1pPr>
            <a:lvl2pPr marL="457200" indent="0">
              <a:buNone/>
              <a:defRPr/>
            </a:lvl2pPr>
          </a:lstStyle>
          <a:p>
            <a:pPr lvl="0"/>
            <a:r>
              <a:rPr lang="en-US"/>
              <a:t>Body copy</a:t>
            </a:r>
          </a:p>
        </p:txBody>
      </p:sp>
      <p:sp>
        <p:nvSpPr>
          <p:cNvPr id="15" name="Content Placeholder 3">
            <a:extLst>
              <a:ext uri="{FF2B5EF4-FFF2-40B4-BE49-F238E27FC236}">
                <a16:creationId xmlns:a16="http://schemas.microsoft.com/office/drawing/2014/main" id="{EF9F8201-8BB5-5444-AC0C-8BE170F537A5}"/>
              </a:ext>
            </a:extLst>
          </p:cNvPr>
          <p:cNvSpPr>
            <a:spLocks noGrp="1"/>
          </p:cNvSpPr>
          <p:nvPr>
            <p:ph sz="half" idx="16" hasCustomPrompt="1"/>
          </p:nvPr>
        </p:nvSpPr>
        <p:spPr>
          <a:xfrm>
            <a:off x="8672672" y="5373813"/>
            <a:ext cx="3098289" cy="496271"/>
          </a:xfrm>
        </p:spPr>
        <p:txBody>
          <a:bodyPr>
            <a:normAutofit/>
          </a:bodyPr>
          <a:lstStyle>
            <a:lvl1pPr marL="0" indent="0" algn="r">
              <a:buNone/>
              <a:defRPr sz="1600" b="0">
                <a:solidFill>
                  <a:srgbClr val="4A4F54"/>
                </a:solidFill>
                <a:latin typeface="Roboto" panose="02000000000000000000" pitchFamily="2" charset="0"/>
                <a:ea typeface="Roboto" panose="02000000000000000000" pitchFamily="2" charset="0"/>
              </a:defRPr>
            </a:lvl1pPr>
          </a:lstStyle>
          <a:p>
            <a:pPr lvl="0"/>
            <a:r>
              <a:rPr lang="en-US"/>
              <a:t>— Attribution</a:t>
            </a:r>
          </a:p>
        </p:txBody>
      </p:sp>
      <p:sp>
        <p:nvSpPr>
          <p:cNvPr id="16" name="Title 1">
            <a:extLst>
              <a:ext uri="{FF2B5EF4-FFF2-40B4-BE49-F238E27FC236}">
                <a16:creationId xmlns:a16="http://schemas.microsoft.com/office/drawing/2014/main" id="{459130E4-6188-4A4B-8873-3785A9C04D14}"/>
              </a:ext>
            </a:extLst>
          </p:cNvPr>
          <p:cNvSpPr>
            <a:spLocks noGrp="1"/>
          </p:cNvSpPr>
          <p:nvPr>
            <p:ph type="title" hasCustomPrompt="1"/>
          </p:nvPr>
        </p:nvSpPr>
        <p:spPr>
          <a:xfrm>
            <a:off x="339435" y="17927"/>
            <a:ext cx="11431526" cy="1129556"/>
          </a:xfrm>
          <a:prstGeom prst="rect">
            <a:avLst/>
          </a:prstGeom>
        </p:spPr>
        <p:txBody>
          <a:bodyPr>
            <a:normAutofit/>
          </a:bodyPr>
          <a:lstStyle>
            <a:lvl1pPr>
              <a:defRPr sz="3000">
                <a:solidFill>
                  <a:schemeClr val="bg1"/>
                </a:solidFill>
              </a:defRPr>
            </a:lvl1pPr>
          </a:lstStyle>
          <a:p>
            <a:r>
              <a:rPr lang="en-US"/>
              <a:t>Sample custom layout</a:t>
            </a:r>
          </a:p>
        </p:txBody>
      </p:sp>
      <p:sp>
        <p:nvSpPr>
          <p:cNvPr id="17" name="Slide Number Placeholder 5">
            <a:extLst>
              <a:ext uri="{FF2B5EF4-FFF2-40B4-BE49-F238E27FC236}">
                <a16:creationId xmlns:a16="http://schemas.microsoft.com/office/drawing/2014/main" id="{ACACAE9E-5DA3-4E48-8E75-0569A19AD1DD}"/>
              </a:ext>
            </a:extLst>
          </p:cNvPr>
          <p:cNvSpPr>
            <a:spLocks noGrp="1"/>
          </p:cNvSpPr>
          <p:nvPr>
            <p:ph type="sldNum" sz="quarter" idx="12"/>
          </p:nvPr>
        </p:nvSpPr>
        <p:spPr>
          <a:xfrm>
            <a:off x="9027761" y="6270275"/>
            <a:ext cx="2743200" cy="365125"/>
          </a:xfrm>
          <a:prstGeom prst="rect">
            <a:avLst/>
          </a:prstGeo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157381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Option">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5B49-FBBB-444D-969E-AE2476735A0A}"/>
              </a:ext>
            </a:extLst>
          </p:cNvPr>
          <p:cNvSpPr>
            <a:spLocks noGrp="1"/>
          </p:cNvSpPr>
          <p:nvPr>
            <p:ph type="title" hasCustomPrompt="1"/>
          </p:nvPr>
        </p:nvSpPr>
        <p:spPr>
          <a:xfrm>
            <a:off x="587376" y="584197"/>
            <a:ext cx="6121400" cy="649291"/>
          </a:xfrm>
          <a:prstGeom prst="rect">
            <a:avLst/>
          </a:prstGeom>
        </p:spPr>
        <p:txBody>
          <a:bodyPr>
            <a:normAutofit/>
          </a:bodyPr>
          <a:lstStyle>
            <a:lvl1pPr>
              <a:defRPr sz="3000">
                <a:solidFill>
                  <a:schemeClr val="bg1"/>
                </a:solidFill>
              </a:defRPr>
            </a:lvl1pPr>
          </a:lstStyle>
          <a:p>
            <a:r>
              <a:rPr lang="en-US"/>
              <a:t>Custom numbered slide — bonus</a:t>
            </a:r>
          </a:p>
        </p:txBody>
      </p:sp>
    </p:spTree>
    <p:extLst>
      <p:ext uri="{BB962C8B-B14F-4D97-AF65-F5344CB8AC3E}">
        <p14:creationId xmlns:p14="http://schemas.microsoft.com/office/powerpoint/2010/main" val="4249327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 opt 1">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DA37E0-18C9-7840-90BB-92F632D156B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150" t="3239" r="5482" b="5392"/>
          <a:stretch/>
        </p:blipFill>
        <p:spPr>
          <a:xfrm>
            <a:off x="1" y="-1"/>
            <a:ext cx="12191999" cy="6858001"/>
          </a:xfrm>
          <a:prstGeom prst="rect">
            <a:avLst/>
          </a:prstGeom>
        </p:spPr>
      </p:pic>
      <p:sp>
        <p:nvSpPr>
          <p:cNvPr id="18" name="Content Placeholder 16">
            <a:extLst>
              <a:ext uri="{FF2B5EF4-FFF2-40B4-BE49-F238E27FC236}">
                <a16:creationId xmlns:a16="http://schemas.microsoft.com/office/drawing/2014/main" id="{54C8FFE0-9F6D-4C46-BC96-F789FF4D6362}"/>
              </a:ext>
            </a:extLst>
          </p:cNvPr>
          <p:cNvSpPr>
            <a:spLocks noGrp="1"/>
          </p:cNvSpPr>
          <p:nvPr>
            <p:ph sz="quarter" idx="11" hasCustomPrompt="1"/>
          </p:nvPr>
        </p:nvSpPr>
        <p:spPr>
          <a:xfrm>
            <a:off x="7070558" y="2725062"/>
            <a:ext cx="4283242" cy="2027412"/>
          </a:xfrm>
        </p:spPr>
        <p:txBody>
          <a:bodyPr>
            <a:noAutofit/>
          </a:bodyPr>
          <a:lstStyle>
            <a:lvl1pPr marL="0" indent="0">
              <a:buNone/>
              <a:defRPr sz="6000" b="1">
                <a:solidFill>
                  <a:schemeClr val="bg1"/>
                </a:solidFill>
                <a:latin typeface="Roboto" panose="02000000000000000000" pitchFamily="2" charset="0"/>
                <a:ea typeface="Roboto" panose="02000000000000000000" pitchFamily="2" charset="0"/>
              </a:defRPr>
            </a:lvl1pPr>
          </a:lstStyle>
          <a:p>
            <a:pPr lvl="0"/>
            <a:r>
              <a:rPr lang="en-US"/>
              <a:t>Thank You</a:t>
            </a:r>
          </a:p>
        </p:txBody>
      </p:sp>
    </p:spTree>
    <p:extLst>
      <p:ext uri="{BB962C8B-B14F-4D97-AF65-F5344CB8AC3E}">
        <p14:creationId xmlns:p14="http://schemas.microsoft.com/office/powerpoint/2010/main" val="309036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 tit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1FC8A18-1468-1749-81E5-298B03ED3A26}"/>
              </a:ext>
            </a:extLst>
          </p:cNvPr>
          <p:cNvSpPr>
            <a:spLocks noGrp="1"/>
          </p:cNvSpPr>
          <p:nvPr>
            <p:ph type="ctrTitle" hasCustomPrompt="1"/>
          </p:nvPr>
        </p:nvSpPr>
        <p:spPr>
          <a:xfrm>
            <a:off x="-1" y="881386"/>
            <a:ext cx="12192000" cy="766763"/>
          </a:xfrm>
        </p:spPr>
        <p:txBody>
          <a:bodyPr anchor="b">
            <a:normAutofit/>
          </a:bodyPr>
          <a:lstStyle>
            <a:lvl1pPr algn="ctr">
              <a:defRPr sz="3200" b="1">
                <a:solidFill>
                  <a:schemeClr val="bg1"/>
                </a:solidFill>
                <a:latin typeface="Roboto" panose="02000000000000000000" pitchFamily="2" charset="0"/>
                <a:ea typeface="Roboto" panose="02000000000000000000" pitchFamily="2" charset="0"/>
              </a:defRPr>
            </a:lvl1pPr>
          </a:lstStyle>
          <a:p>
            <a:r>
              <a:rPr lang="en-US"/>
              <a:t>Fancy Timeline</a:t>
            </a:r>
          </a:p>
        </p:txBody>
      </p:sp>
      <p:sp>
        <p:nvSpPr>
          <p:cNvPr id="10" name="Oval 9">
            <a:hlinkClick r:id="" action="ppaction://noaction"/>
            <a:extLst>
              <a:ext uri="{FF2B5EF4-FFF2-40B4-BE49-F238E27FC236}">
                <a16:creationId xmlns:a16="http://schemas.microsoft.com/office/drawing/2014/main" id="{819D5C01-C44E-F04B-BA56-FB9056345973}"/>
              </a:ext>
            </a:extLst>
          </p:cNvPr>
          <p:cNvSpPr/>
          <p:nvPr userDrawn="1"/>
        </p:nvSpPr>
        <p:spPr>
          <a:xfrm>
            <a:off x="5837673" y="3862480"/>
            <a:ext cx="516654" cy="516654"/>
          </a:xfrm>
          <a:prstGeom prst="ellips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0" i="0">
              <a:latin typeface="Roboto Regular" charset="0"/>
            </a:endParaRPr>
          </a:p>
        </p:txBody>
      </p:sp>
      <p:cxnSp>
        <p:nvCxnSpPr>
          <p:cNvPr id="11" name="Straight Connector 10">
            <a:extLst>
              <a:ext uri="{FF2B5EF4-FFF2-40B4-BE49-F238E27FC236}">
                <a16:creationId xmlns:a16="http://schemas.microsoft.com/office/drawing/2014/main" id="{FC2CC017-1551-1B4F-A32B-A62C5B7A86BB}"/>
              </a:ext>
            </a:extLst>
          </p:cNvPr>
          <p:cNvCxnSpPr>
            <a:cxnSpLocks/>
          </p:cNvCxnSpPr>
          <p:nvPr userDrawn="1"/>
        </p:nvCxnSpPr>
        <p:spPr>
          <a:xfrm flipH="1" flipV="1">
            <a:off x="6095999" y="4392534"/>
            <a:ext cx="1" cy="2656496"/>
          </a:xfrm>
          <a:prstGeom prst="lin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sp>
        <p:nvSpPr>
          <p:cNvPr id="17" name="Content Placeholder 16">
            <a:extLst>
              <a:ext uri="{FF2B5EF4-FFF2-40B4-BE49-F238E27FC236}">
                <a16:creationId xmlns:a16="http://schemas.microsoft.com/office/drawing/2014/main" id="{43C0002A-472F-3044-9CE2-9DEBD896DC73}"/>
              </a:ext>
            </a:extLst>
          </p:cNvPr>
          <p:cNvSpPr>
            <a:spLocks noGrp="1"/>
          </p:cNvSpPr>
          <p:nvPr>
            <p:ph sz="quarter" idx="10" hasCustomPrompt="1"/>
          </p:nvPr>
        </p:nvSpPr>
        <p:spPr>
          <a:xfrm>
            <a:off x="1524000" y="2995862"/>
            <a:ext cx="2930525" cy="452187"/>
          </a:xfrm>
        </p:spPr>
        <p:txBody>
          <a:bodyPr>
            <a:normAutofit/>
          </a:bodyPr>
          <a:lstStyle>
            <a:lvl1pPr marL="0" indent="0">
              <a:buNone/>
              <a:defRPr sz="2000" b="1">
                <a:solidFill>
                  <a:schemeClr val="bg1"/>
                </a:solidFill>
                <a:latin typeface="Roboto" panose="02000000000000000000" pitchFamily="2" charset="0"/>
                <a:ea typeface="Roboto" panose="02000000000000000000" pitchFamily="2" charset="0"/>
              </a:defRPr>
            </a:lvl1pPr>
          </a:lstStyle>
          <a:p>
            <a:pPr lvl="0"/>
            <a:r>
              <a:rPr lang="en-US"/>
              <a:t>Header</a:t>
            </a:r>
          </a:p>
        </p:txBody>
      </p:sp>
      <p:sp>
        <p:nvSpPr>
          <p:cNvPr id="18" name="Content Placeholder 16">
            <a:extLst>
              <a:ext uri="{FF2B5EF4-FFF2-40B4-BE49-F238E27FC236}">
                <a16:creationId xmlns:a16="http://schemas.microsoft.com/office/drawing/2014/main" id="{54C8FFE0-9F6D-4C46-BC96-F789FF4D6362}"/>
              </a:ext>
            </a:extLst>
          </p:cNvPr>
          <p:cNvSpPr>
            <a:spLocks noGrp="1"/>
          </p:cNvSpPr>
          <p:nvPr>
            <p:ph sz="quarter" idx="11" hasCustomPrompt="1"/>
          </p:nvPr>
        </p:nvSpPr>
        <p:spPr>
          <a:xfrm>
            <a:off x="8161421" y="2995862"/>
            <a:ext cx="2930525" cy="452187"/>
          </a:xfrm>
        </p:spPr>
        <p:txBody>
          <a:bodyPr>
            <a:normAutofit/>
          </a:bodyPr>
          <a:lstStyle>
            <a:lvl1pPr marL="0" indent="0">
              <a:buNone/>
              <a:defRPr sz="2000" b="1">
                <a:solidFill>
                  <a:schemeClr val="bg1"/>
                </a:solidFill>
                <a:latin typeface="Roboto" panose="02000000000000000000" pitchFamily="2" charset="0"/>
                <a:ea typeface="Roboto" panose="02000000000000000000" pitchFamily="2" charset="0"/>
              </a:defRPr>
            </a:lvl1pPr>
          </a:lstStyle>
          <a:p>
            <a:pPr lvl="0"/>
            <a:r>
              <a:rPr lang="en-US"/>
              <a:t>Header</a:t>
            </a:r>
          </a:p>
        </p:txBody>
      </p:sp>
      <p:sp>
        <p:nvSpPr>
          <p:cNvPr id="20" name="Text Placeholder 19">
            <a:extLst>
              <a:ext uri="{FF2B5EF4-FFF2-40B4-BE49-F238E27FC236}">
                <a16:creationId xmlns:a16="http://schemas.microsoft.com/office/drawing/2014/main" id="{00D6EF10-881E-7B4C-84B3-700676D568AA}"/>
              </a:ext>
            </a:extLst>
          </p:cNvPr>
          <p:cNvSpPr>
            <a:spLocks noGrp="1"/>
          </p:cNvSpPr>
          <p:nvPr>
            <p:ph type="body" sz="quarter" idx="12" hasCustomPrompt="1"/>
          </p:nvPr>
        </p:nvSpPr>
        <p:spPr>
          <a:xfrm>
            <a:off x="1524000" y="3602038"/>
            <a:ext cx="2930525" cy="1655762"/>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600">
                <a:solidFill>
                  <a:schemeClr val="bg1"/>
                </a:solidFill>
                <a:latin typeface="Roboto" panose="02000000000000000000" pitchFamily="2" charset="0"/>
                <a:ea typeface="Roboto" panose="02000000000000000000" pitchFamily="2" charset="0"/>
              </a:defRPr>
            </a:lvl1pPr>
          </a:lstStyle>
          <a:p>
            <a:pPr lvl="0"/>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lvl="0"/>
            <a:endParaRPr lang="en-US"/>
          </a:p>
        </p:txBody>
      </p:sp>
      <p:sp>
        <p:nvSpPr>
          <p:cNvPr id="21" name="Text Placeholder 19">
            <a:extLst>
              <a:ext uri="{FF2B5EF4-FFF2-40B4-BE49-F238E27FC236}">
                <a16:creationId xmlns:a16="http://schemas.microsoft.com/office/drawing/2014/main" id="{B599D7DE-F27D-AA44-B551-2A1978A132A1}"/>
              </a:ext>
            </a:extLst>
          </p:cNvPr>
          <p:cNvSpPr>
            <a:spLocks noGrp="1"/>
          </p:cNvSpPr>
          <p:nvPr>
            <p:ph type="body" sz="quarter" idx="13" hasCustomPrompt="1"/>
          </p:nvPr>
        </p:nvSpPr>
        <p:spPr>
          <a:xfrm>
            <a:off x="8161420" y="3587585"/>
            <a:ext cx="2930525" cy="1655762"/>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600">
                <a:solidFill>
                  <a:schemeClr val="bg1"/>
                </a:solidFill>
                <a:latin typeface="Roboto" panose="02000000000000000000" pitchFamily="2" charset="0"/>
                <a:ea typeface="Roboto" panose="02000000000000000000" pitchFamily="2" charset="0"/>
              </a:defRPr>
            </a:lvl1pPr>
          </a:lstStyle>
          <a:p>
            <a:pPr lvl="0"/>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lvl="0"/>
            <a:endParaRPr lang="en-US"/>
          </a:p>
        </p:txBody>
      </p:sp>
      <p:sp>
        <p:nvSpPr>
          <p:cNvPr id="23" name="TextBox 22">
            <a:extLst>
              <a:ext uri="{FF2B5EF4-FFF2-40B4-BE49-F238E27FC236}">
                <a16:creationId xmlns:a16="http://schemas.microsoft.com/office/drawing/2014/main" id="{F749C29B-6E79-E24B-AD3A-51DDD93DEAC0}"/>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chemeClr val="bg1"/>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13" name="Slide Number Placeholder 5">
            <a:extLst>
              <a:ext uri="{FF2B5EF4-FFF2-40B4-BE49-F238E27FC236}">
                <a16:creationId xmlns:a16="http://schemas.microsoft.com/office/drawing/2014/main" id="{F82132C4-7A4E-8942-A264-26A1F7B72E10}"/>
              </a:ext>
            </a:extLst>
          </p:cNvPr>
          <p:cNvSpPr>
            <a:spLocks noGrp="1"/>
          </p:cNvSpPr>
          <p:nvPr>
            <p:ph type="sldNum" sz="quarter" idx="14"/>
          </p:nvPr>
        </p:nvSpPr>
        <p:spPr>
          <a:xfrm>
            <a:off x="9027761" y="6270275"/>
            <a:ext cx="2743200" cy="365125"/>
          </a:xfr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1296646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 Middle">
    <p:spTree>
      <p:nvGrpSpPr>
        <p:cNvPr id="1" name=""/>
        <p:cNvGrpSpPr/>
        <p:nvPr/>
      </p:nvGrpSpPr>
      <p:grpSpPr>
        <a:xfrm>
          <a:off x="0" y="0"/>
          <a:ext cx="0" cy="0"/>
          <a:chOff x="0" y="0"/>
          <a:chExt cx="0" cy="0"/>
        </a:xfrm>
      </p:grpSpPr>
      <p:sp>
        <p:nvSpPr>
          <p:cNvPr id="10" name="Oval 9">
            <a:hlinkClick r:id="" action="ppaction://noaction"/>
            <a:extLst>
              <a:ext uri="{FF2B5EF4-FFF2-40B4-BE49-F238E27FC236}">
                <a16:creationId xmlns:a16="http://schemas.microsoft.com/office/drawing/2014/main" id="{819D5C01-C44E-F04B-BA56-FB9056345973}"/>
              </a:ext>
            </a:extLst>
          </p:cNvPr>
          <p:cNvSpPr/>
          <p:nvPr userDrawn="1"/>
        </p:nvSpPr>
        <p:spPr>
          <a:xfrm>
            <a:off x="5858477" y="3329258"/>
            <a:ext cx="516654" cy="516654"/>
          </a:xfrm>
          <a:prstGeom prst="ellips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0" i="0">
              <a:latin typeface="Roboto Regular" charset="0"/>
            </a:endParaRPr>
          </a:p>
        </p:txBody>
      </p:sp>
      <p:cxnSp>
        <p:nvCxnSpPr>
          <p:cNvPr id="11" name="Straight Connector 10">
            <a:extLst>
              <a:ext uri="{FF2B5EF4-FFF2-40B4-BE49-F238E27FC236}">
                <a16:creationId xmlns:a16="http://schemas.microsoft.com/office/drawing/2014/main" id="{FC2CC017-1551-1B4F-A32B-A62C5B7A86BB}"/>
              </a:ext>
            </a:extLst>
          </p:cNvPr>
          <p:cNvCxnSpPr>
            <a:cxnSpLocks/>
          </p:cNvCxnSpPr>
          <p:nvPr userDrawn="1"/>
        </p:nvCxnSpPr>
        <p:spPr>
          <a:xfrm flipV="1">
            <a:off x="6116804" y="3845912"/>
            <a:ext cx="1" cy="3096309"/>
          </a:xfrm>
          <a:prstGeom prst="lin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sp>
        <p:nvSpPr>
          <p:cNvPr id="17" name="Content Placeholder 16">
            <a:extLst>
              <a:ext uri="{FF2B5EF4-FFF2-40B4-BE49-F238E27FC236}">
                <a16:creationId xmlns:a16="http://schemas.microsoft.com/office/drawing/2014/main" id="{43C0002A-472F-3044-9CE2-9DEBD896DC73}"/>
              </a:ext>
            </a:extLst>
          </p:cNvPr>
          <p:cNvSpPr>
            <a:spLocks noGrp="1"/>
          </p:cNvSpPr>
          <p:nvPr>
            <p:ph sz="quarter" idx="10" hasCustomPrompt="1"/>
          </p:nvPr>
        </p:nvSpPr>
        <p:spPr>
          <a:xfrm>
            <a:off x="1524000" y="2995862"/>
            <a:ext cx="2930525" cy="452187"/>
          </a:xfrm>
        </p:spPr>
        <p:txBody>
          <a:bodyPr>
            <a:normAutofit/>
          </a:bodyPr>
          <a:lstStyle>
            <a:lvl1pPr marL="0" indent="0">
              <a:buNone/>
              <a:defRPr sz="2000" b="1">
                <a:solidFill>
                  <a:schemeClr val="bg1"/>
                </a:solidFill>
                <a:latin typeface="Roboto" panose="02000000000000000000" pitchFamily="2" charset="0"/>
                <a:ea typeface="Roboto" panose="02000000000000000000" pitchFamily="2" charset="0"/>
              </a:defRPr>
            </a:lvl1pPr>
          </a:lstStyle>
          <a:p>
            <a:pPr lvl="0"/>
            <a:r>
              <a:rPr lang="en-US"/>
              <a:t>Header</a:t>
            </a:r>
          </a:p>
        </p:txBody>
      </p:sp>
      <p:sp>
        <p:nvSpPr>
          <p:cNvPr id="18" name="Content Placeholder 16">
            <a:extLst>
              <a:ext uri="{FF2B5EF4-FFF2-40B4-BE49-F238E27FC236}">
                <a16:creationId xmlns:a16="http://schemas.microsoft.com/office/drawing/2014/main" id="{54C8FFE0-9F6D-4C46-BC96-F789FF4D6362}"/>
              </a:ext>
            </a:extLst>
          </p:cNvPr>
          <p:cNvSpPr>
            <a:spLocks noGrp="1"/>
          </p:cNvSpPr>
          <p:nvPr>
            <p:ph sz="quarter" idx="11" hasCustomPrompt="1"/>
          </p:nvPr>
        </p:nvSpPr>
        <p:spPr>
          <a:xfrm>
            <a:off x="8161421" y="2995862"/>
            <a:ext cx="2930525" cy="452187"/>
          </a:xfrm>
        </p:spPr>
        <p:txBody>
          <a:bodyPr>
            <a:normAutofit/>
          </a:bodyPr>
          <a:lstStyle>
            <a:lvl1pPr marL="0" indent="0">
              <a:buNone/>
              <a:defRPr sz="2000" b="1">
                <a:solidFill>
                  <a:schemeClr val="bg1"/>
                </a:solidFill>
                <a:latin typeface="Roboto" panose="02000000000000000000" pitchFamily="2" charset="0"/>
                <a:ea typeface="Roboto" panose="02000000000000000000" pitchFamily="2" charset="0"/>
              </a:defRPr>
            </a:lvl1pPr>
          </a:lstStyle>
          <a:p>
            <a:pPr lvl="0"/>
            <a:r>
              <a:rPr lang="en-US"/>
              <a:t>Header</a:t>
            </a:r>
          </a:p>
        </p:txBody>
      </p:sp>
      <p:sp>
        <p:nvSpPr>
          <p:cNvPr id="20" name="Text Placeholder 19">
            <a:extLst>
              <a:ext uri="{FF2B5EF4-FFF2-40B4-BE49-F238E27FC236}">
                <a16:creationId xmlns:a16="http://schemas.microsoft.com/office/drawing/2014/main" id="{00D6EF10-881E-7B4C-84B3-700676D568AA}"/>
              </a:ext>
            </a:extLst>
          </p:cNvPr>
          <p:cNvSpPr>
            <a:spLocks noGrp="1"/>
          </p:cNvSpPr>
          <p:nvPr>
            <p:ph type="body" sz="quarter" idx="12" hasCustomPrompt="1"/>
          </p:nvPr>
        </p:nvSpPr>
        <p:spPr>
          <a:xfrm>
            <a:off x="1524000" y="3602038"/>
            <a:ext cx="2930525" cy="1655762"/>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600">
                <a:solidFill>
                  <a:schemeClr val="bg1"/>
                </a:solidFill>
                <a:latin typeface="Roboto" panose="02000000000000000000" pitchFamily="2" charset="0"/>
                <a:ea typeface="Roboto" panose="02000000000000000000" pitchFamily="2" charset="0"/>
              </a:defRPr>
            </a:lvl1pPr>
          </a:lstStyle>
          <a:p>
            <a:pPr lvl="0"/>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lvl="0"/>
            <a:endParaRPr lang="en-US"/>
          </a:p>
        </p:txBody>
      </p:sp>
      <p:sp>
        <p:nvSpPr>
          <p:cNvPr id="21" name="Text Placeholder 19">
            <a:extLst>
              <a:ext uri="{FF2B5EF4-FFF2-40B4-BE49-F238E27FC236}">
                <a16:creationId xmlns:a16="http://schemas.microsoft.com/office/drawing/2014/main" id="{B599D7DE-F27D-AA44-B551-2A1978A132A1}"/>
              </a:ext>
            </a:extLst>
          </p:cNvPr>
          <p:cNvSpPr>
            <a:spLocks noGrp="1"/>
          </p:cNvSpPr>
          <p:nvPr>
            <p:ph type="body" sz="quarter" idx="13" hasCustomPrompt="1"/>
          </p:nvPr>
        </p:nvSpPr>
        <p:spPr>
          <a:xfrm>
            <a:off x="8161420" y="3587585"/>
            <a:ext cx="2930525" cy="1655762"/>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600">
                <a:solidFill>
                  <a:schemeClr val="bg1"/>
                </a:solidFill>
                <a:latin typeface="Roboto" panose="02000000000000000000" pitchFamily="2" charset="0"/>
                <a:ea typeface="Roboto" panose="02000000000000000000" pitchFamily="2" charset="0"/>
              </a:defRPr>
            </a:lvl1pPr>
          </a:lstStyle>
          <a:p>
            <a:pPr lvl="0"/>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lvl="0"/>
            <a:endParaRPr lang="en-US"/>
          </a:p>
        </p:txBody>
      </p:sp>
      <p:cxnSp>
        <p:nvCxnSpPr>
          <p:cNvPr id="14" name="Straight Connector 13">
            <a:extLst>
              <a:ext uri="{FF2B5EF4-FFF2-40B4-BE49-F238E27FC236}">
                <a16:creationId xmlns:a16="http://schemas.microsoft.com/office/drawing/2014/main" id="{6A0E3C53-E02F-9D4A-9388-7159260D54CB}"/>
              </a:ext>
            </a:extLst>
          </p:cNvPr>
          <p:cNvCxnSpPr>
            <a:cxnSpLocks/>
          </p:cNvCxnSpPr>
          <p:nvPr userDrawn="1"/>
        </p:nvCxnSpPr>
        <p:spPr>
          <a:xfrm flipV="1">
            <a:off x="6116803" y="-108284"/>
            <a:ext cx="1" cy="3437543"/>
          </a:xfrm>
          <a:prstGeom prst="lin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990D0DA5-52B5-754B-8D4A-B0A28D4337DA}"/>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chemeClr val="bg1"/>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12" name="Slide Number Placeholder 5">
            <a:extLst>
              <a:ext uri="{FF2B5EF4-FFF2-40B4-BE49-F238E27FC236}">
                <a16:creationId xmlns:a16="http://schemas.microsoft.com/office/drawing/2014/main" id="{E7ACE821-1990-E04D-96CF-E85EE0CD2B9F}"/>
              </a:ext>
            </a:extLst>
          </p:cNvPr>
          <p:cNvSpPr>
            <a:spLocks noGrp="1"/>
          </p:cNvSpPr>
          <p:nvPr>
            <p:ph type="sldNum" sz="quarter" idx="14"/>
          </p:nvPr>
        </p:nvSpPr>
        <p:spPr>
          <a:xfrm>
            <a:off x="9027761" y="6270275"/>
            <a:ext cx="2743200" cy="365125"/>
          </a:xfr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1115782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meline - End">
    <p:spTree>
      <p:nvGrpSpPr>
        <p:cNvPr id="1" name=""/>
        <p:cNvGrpSpPr/>
        <p:nvPr/>
      </p:nvGrpSpPr>
      <p:grpSpPr>
        <a:xfrm>
          <a:off x="0" y="0"/>
          <a:ext cx="0" cy="0"/>
          <a:chOff x="0" y="0"/>
          <a:chExt cx="0" cy="0"/>
        </a:xfrm>
      </p:grpSpPr>
      <p:sp>
        <p:nvSpPr>
          <p:cNvPr id="10" name="Oval 9">
            <a:hlinkClick r:id="" action="ppaction://noaction"/>
            <a:extLst>
              <a:ext uri="{FF2B5EF4-FFF2-40B4-BE49-F238E27FC236}">
                <a16:creationId xmlns:a16="http://schemas.microsoft.com/office/drawing/2014/main" id="{819D5C01-C44E-F04B-BA56-FB9056345973}"/>
              </a:ext>
            </a:extLst>
          </p:cNvPr>
          <p:cNvSpPr/>
          <p:nvPr userDrawn="1"/>
        </p:nvSpPr>
        <p:spPr>
          <a:xfrm>
            <a:off x="5858477" y="3329258"/>
            <a:ext cx="516654" cy="516654"/>
          </a:xfrm>
          <a:prstGeom prst="ellips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0" i="0">
              <a:latin typeface="Roboto Regular" charset="0"/>
            </a:endParaRPr>
          </a:p>
        </p:txBody>
      </p:sp>
      <p:sp>
        <p:nvSpPr>
          <p:cNvPr id="17" name="Content Placeholder 16">
            <a:extLst>
              <a:ext uri="{FF2B5EF4-FFF2-40B4-BE49-F238E27FC236}">
                <a16:creationId xmlns:a16="http://schemas.microsoft.com/office/drawing/2014/main" id="{43C0002A-472F-3044-9CE2-9DEBD896DC73}"/>
              </a:ext>
            </a:extLst>
          </p:cNvPr>
          <p:cNvSpPr>
            <a:spLocks noGrp="1"/>
          </p:cNvSpPr>
          <p:nvPr>
            <p:ph sz="quarter" idx="10" hasCustomPrompt="1"/>
          </p:nvPr>
        </p:nvSpPr>
        <p:spPr>
          <a:xfrm>
            <a:off x="1524000" y="2995862"/>
            <a:ext cx="2930525" cy="452187"/>
          </a:xfrm>
        </p:spPr>
        <p:txBody>
          <a:bodyPr>
            <a:normAutofit/>
          </a:bodyPr>
          <a:lstStyle>
            <a:lvl1pPr marL="0" indent="0">
              <a:buNone/>
              <a:defRPr sz="2000" b="1">
                <a:solidFill>
                  <a:schemeClr val="bg1"/>
                </a:solidFill>
                <a:latin typeface="Roboto" panose="02000000000000000000" pitchFamily="2" charset="0"/>
                <a:ea typeface="Roboto" panose="02000000000000000000" pitchFamily="2" charset="0"/>
              </a:defRPr>
            </a:lvl1pPr>
          </a:lstStyle>
          <a:p>
            <a:pPr lvl="0"/>
            <a:r>
              <a:rPr lang="en-US"/>
              <a:t>Header</a:t>
            </a:r>
          </a:p>
        </p:txBody>
      </p:sp>
      <p:sp>
        <p:nvSpPr>
          <p:cNvPr id="18" name="Content Placeholder 16">
            <a:extLst>
              <a:ext uri="{FF2B5EF4-FFF2-40B4-BE49-F238E27FC236}">
                <a16:creationId xmlns:a16="http://schemas.microsoft.com/office/drawing/2014/main" id="{54C8FFE0-9F6D-4C46-BC96-F789FF4D6362}"/>
              </a:ext>
            </a:extLst>
          </p:cNvPr>
          <p:cNvSpPr>
            <a:spLocks noGrp="1"/>
          </p:cNvSpPr>
          <p:nvPr>
            <p:ph sz="quarter" idx="11" hasCustomPrompt="1"/>
          </p:nvPr>
        </p:nvSpPr>
        <p:spPr>
          <a:xfrm>
            <a:off x="8161421" y="2995862"/>
            <a:ext cx="2930525" cy="452187"/>
          </a:xfrm>
        </p:spPr>
        <p:txBody>
          <a:bodyPr>
            <a:normAutofit/>
          </a:bodyPr>
          <a:lstStyle>
            <a:lvl1pPr marL="0" indent="0">
              <a:buNone/>
              <a:defRPr sz="2000" b="1">
                <a:solidFill>
                  <a:schemeClr val="bg1"/>
                </a:solidFill>
                <a:latin typeface="Roboto" panose="02000000000000000000" pitchFamily="2" charset="0"/>
                <a:ea typeface="Roboto" panose="02000000000000000000" pitchFamily="2" charset="0"/>
              </a:defRPr>
            </a:lvl1pPr>
          </a:lstStyle>
          <a:p>
            <a:pPr lvl="0"/>
            <a:r>
              <a:rPr lang="en-US"/>
              <a:t>Header</a:t>
            </a:r>
          </a:p>
        </p:txBody>
      </p:sp>
      <p:sp>
        <p:nvSpPr>
          <p:cNvPr id="20" name="Text Placeholder 19">
            <a:extLst>
              <a:ext uri="{FF2B5EF4-FFF2-40B4-BE49-F238E27FC236}">
                <a16:creationId xmlns:a16="http://schemas.microsoft.com/office/drawing/2014/main" id="{00D6EF10-881E-7B4C-84B3-700676D568AA}"/>
              </a:ext>
            </a:extLst>
          </p:cNvPr>
          <p:cNvSpPr>
            <a:spLocks noGrp="1"/>
          </p:cNvSpPr>
          <p:nvPr>
            <p:ph type="body" sz="quarter" idx="12" hasCustomPrompt="1"/>
          </p:nvPr>
        </p:nvSpPr>
        <p:spPr>
          <a:xfrm>
            <a:off x="1524000" y="3602038"/>
            <a:ext cx="2930525" cy="1655762"/>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600">
                <a:solidFill>
                  <a:schemeClr val="bg1"/>
                </a:solidFill>
                <a:latin typeface="Roboto" panose="02000000000000000000" pitchFamily="2" charset="0"/>
                <a:ea typeface="Roboto" panose="02000000000000000000" pitchFamily="2" charset="0"/>
              </a:defRPr>
            </a:lvl1pPr>
          </a:lstStyle>
          <a:p>
            <a:pPr lvl="0"/>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lvl="0"/>
            <a:endParaRPr lang="en-US"/>
          </a:p>
        </p:txBody>
      </p:sp>
      <p:sp>
        <p:nvSpPr>
          <p:cNvPr id="21" name="Text Placeholder 19">
            <a:extLst>
              <a:ext uri="{FF2B5EF4-FFF2-40B4-BE49-F238E27FC236}">
                <a16:creationId xmlns:a16="http://schemas.microsoft.com/office/drawing/2014/main" id="{B599D7DE-F27D-AA44-B551-2A1978A132A1}"/>
              </a:ext>
            </a:extLst>
          </p:cNvPr>
          <p:cNvSpPr>
            <a:spLocks noGrp="1"/>
          </p:cNvSpPr>
          <p:nvPr>
            <p:ph type="body" sz="quarter" idx="13" hasCustomPrompt="1"/>
          </p:nvPr>
        </p:nvSpPr>
        <p:spPr>
          <a:xfrm>
            <a:off x="8161420" y="3587585"/>
            <a:ext cx="2930525" cy="1655762"/>
          </a:xfrm>
        </p:spPr>
        <p:txBody>
          <a:bodyPr>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600">
                <a:solidFill>
                  <a:schemeClr val="bg1"/>
                </a:solidFill>
                <a:latin typeface="Roboto" panose="02000000000000000000" pitchFamily="2" charset="0"/>
                <a:ea typeface="Roboto" panose="02000000000000000000" pitchFamily="2" charset="0"/>
              </a:defRPr>
            </a:lvl1pPr>
          </a:lstStyle>
          <a:p>
            <a:pPr lvl="0"/>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Bullet copy</a:t>
            </a:r>
          </a:p>
          <a:p>
            <a:pPr lvl="0"/>
            <a:endParaRPr lang="en-US"/>
          </a:p>
        </p:txBody>
      </p:sp>
      <p:cxnSp>
        <p:nvCxnSpPr>
          <p:cNvPr id="14" name="Straight Connector 13">
            <a:extLst>
              <a:ext uri="{FF2B5EF4-FFF2-40B4-BE49-F238E27FC236}">
                <a16:creationId xmlns:a16="http://schemas.microsoft.com/office/drawing/2014/main" id="{6A0E3C53-E02F-9D4A-9388-7159260D54CB}"/>
              </a:ext>
            </a:extLst>
          </p:cNvPr>
          <p:cNvCxnSpPr>
            <a:cxnSpLocks/>
          </p:cNvCxnSpPr>
          <p:nvPr userDrawn="1"/>
        </p:nvCxnSpPr>
        <p:spPr>
          <a:xfrm flipV="1">
            <a:off x="6116803" y="-108284"/>
            <a:ext cx="1" cy="3437543"/>
          </a:xfrm>
          <a:prstGeom prst="line">
            <a:avLst/>
          </a:prstGeom>
          <a:solidFill>
            <a:srgbClr val="000000">
              <a:alpha val="0"/>
            </a:srgb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882262C4-810A-8B48-89C9-19DE7154CC23}"/>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chemeClr val="bg1"/>
                </a:solidFill>
                <a:latin typeface="Roboto" panose="02000000000000000000" pitchFamily="2" charset="0"/>
                <a:ea typeface="Roboto" panose="02000000000000000000" pitchFamily="2" charset="0"/>
                <a:cs typeface="Roboto Condensed Light" panose="02000000000000000000" pitchFamily="2" charset="0"/>
              </a:rPr>
              <a:t>axway.com</a:t>
            </a:r>
          </a:p>
        </p:txBody>
      </p:sp>
      <p:sp>
        <p:nvSpPr>
          <p:cNvPr id="11" name="Slide Number Placeholder 5">
            <a:extLst>
              <a:ext uri="{FF2B5EF4-FFF2-40B4-BE49-F238E27FC236}">
                <a16:creationId xmlns:a16="http://schemas.microsoft.com/office/drawing/2014/main" id="{BC366707-40EF-0B40-A6D7-30B72D76A42C}"/>
              </a:ext>
            </a:extLst>
          </p:cNvPr>
          <p:cNvSpPr>
            <a:spLocks noGrp="1"/>
          </p:cNvSpPr>
          <p:nvPr>
            <p:ph type="sldNum" sz="quarter" idx="14"/>
          </p:nvPr>
        </p:nvSpPr>
        <p:spPr>
          <a:xfrm>
            <a:off x="9027761" y="6270275"/>
            <a:ext cx="2743200" cy="365125"/>
          </a:xfrm>
        </p:spPr>
        <p:txBody>
          <a:bodyPr/>
          <a:lstStyle/>
          <a:p>
            <a:fld id="{D45B42A2-12DC-D04A-88D3-A93CC82DF348}" type="slidenum">
              <a:rPr lang="en-US" smtClean="0"/>
              <a:t>‹N°›</a:t>
            </a:fld>
            <a:endParaRPr lang="en-US"/>
          </a:p>
        </p:txBody>
      </p:sp>
    </p:spTree>
    <p:extLst>
      <p:ext uri="{BB962C8B-B14F-4D97-AF65-F5344CB8AC3E}">
        <p14:creationId xmlns:p14="http://schemas.microsoft.com/office/powerpoint/2010/main" val="26369123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 opt 1">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DA37E0-18C9-7840-90BB-92F632D156B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150" t="3239" r="5482" b="5392"/>
          <a:stretch/>
        </p:blipFill>
        <p:spPr>
          <a:xfrm>
            <a:off x="1" y="-1"/>
            <a:ext cx="12191999" cy="6858001"/>
          </a:xfrm>
          <a:prstGeom prst="rect">
            <a:avLst/>
          </a:prstGeom>
        </p:spPr>
      </p:pic>
      <p:sp>
        <p:nvSpPr>
          <p:cNvPr id="18" name="Content Placeholder 16">
            <a:extLst>
              <a:ext uri="{FF2B5EF4-FFF2-40B4-BE49-F238E27FC236}">
                <a16:creationId xmlns:a16="http://schemas.microsoft.com/office/drawing/2014/main" id="{54C8FFE0-9F6D-4C46-BC96-F789FF4D6362}"/>
              </a:ext>
            </a:extLst>
          </p:cNvPr>
          <p:cNvSpPr>
            <a:spLocks noGrp="1"/>
          </p:cNvSpPr>
          <p:nvPr>
            <p:ph sz="quarter" idx="11" hasCustomPrompt="1"/>
          </p:nvPr>
        </p:nvSpPr>
        <p:spPr>
          <a:xfrm>
            <a:off x="7070558" y="2725062"/>
            <a:ext cx="4283242" cy="2027412"/>
          </a:xfrm>
        </p:spPr>
        <p:txBody>
          <a:bodyPr>
            <a:noAutofit/>
          </a:bodyPr>
          <a:lstStyle>
            <a:lvl1pPr marL="0" indent="0">
              <a:buNone/>
              <a:defRPr sz="6000" b="1">
                <a:solidFill>
                  <a:schemeClr val="bg1"/>
                </a:solidFill>
                <a:latin typeface="Roboto" panose="02000000000000000000" pitchFamily="2" charset="0"/>
                <a:ea typeface="Roboto" panose="02000000000000000000" pitchFamily="2" charset="0"/>
              </a:defRPr>
            </a:lvl1pPr>
          </a:lstStyle>
          <a:p>
            <a:pPr lvl="0"/>
            <a:r>
              <a:rPr lang="en-US"/>
              <a:t>Thank You</a:t>
            </a:r>
          </a:p>
        </p:txBody>
      </p:sp>
    </p:spTree>
    <p:extLst>
      <p:ext uri="{BB962C8B-B14F-4D97-AF65-F5344CB8AC3E}">
        <p14:creationId xmlns:p14="http://schemas.microsoft.com/office/powerpoint/2010/main" val="3971364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 opt 2">
    <p:bg>
      <p:bgPr>
        <a:gradFill>
          <a:gsLst>
            <a:gs pos="13000">
              <a:srgbClr val="2B7483"/>
            </a:gs>
            <a:gs pos="100000">
              <a:srgbClr val="43A7BE"/>
            </a:gs>
          </a:gsLst>
          <a:lin ang="10800000" scaled="1"/>
        </a:gradFill>
        <a:effectLst/>
      </p:bgPr>
    </p:bg>
    <p:spTree>
      <p:nvGrpSpPr>
        <p:cNvPr id="1" name=""/>
        <p:cNvGrpSpPr/>
        <p:nvPr/>
      </p:nvGrpSpPr>
      <p:grpSpPr>
        <a:xfrm>
          <a:off x="0" y="0"/>
          <a:ext cx="0" cy="0"/>
          <a:chOff x="0" y="0"/>
          <a:chExt cx="0" cy="0"/>
        </a:xfrm>
      </p:grpSpPr>
      <p:sp>
        <p:nvSpPr>
          <p:cNvPr id="18" name="Content Placeholder 16">
            <a:extLst>
              <a:ext uri="{FF2B5EF4-FFF2-40B4-BE49-F238E27FC236}">
                <a16:creationId xmlns:a16="http://schemas.microsoft.com/office/drawing/2014/main" id="{54C8FFE0-9F6D-4C46-BC96-F789FF4D6362}"/>
              </a:ext>
            </a:extLst>
          </p:cNvPr>
          <p:cNvSpPr>
            <a:spLocks noGrp="1"/>
          </p:cNvSpPr>
          <p:nvPr>
            <p:ph sz="quarter" idx="11" hasCustomPrompt="1"/>
          </p:nvPr>
        </p:nvSpPr>
        <p:spPr>
          <a:xfrm>
            <a:off x="1118937" y="2725062"/>
            <a:ext cx="10234863" cy="2027412"/>
          </a:xfrm>
        </p:spPr>
        <p:txBody>
          <a:bodyPr>
            <a:noAutofit/>
          </a:bodyPr>
          <a:lstStyle>
            <a:lvl1pPr marL="0" indent="0" algn="ctr">
              <a:buNone/>
              <a:defRPr sz="6000" b="1">
                <a:solidFill>
                  <a:schemeClr val="bg1"/>
                </a:solidFill>
                <a:latin typeface="Roboto" panose="02000000000000000000" pitchFamily="2" charset="0"/>
                <a:ea typeface="Roboto" panose="02000000000000000000" pitchFamily="2" charset="0"/>
              </a:defRPr>
            </a:lvl1pPr>
          </a:lstStyle>
          <a:p>
            <a:pPr lvl="0"/>
            <a:r>
              <a:rPr lang="en-US"/>
              <a:t>Thank You</a:t>
            </a:r>
          </a:p>
        </p:txBody>
      </p:sp>
      <p:sp>
        <p:nvSpPr>
          <p:cNvPr id="5" name="TextBox 4">
            <a:extLst>
              <a:ext uri="{FF2B5EF4-FFF2-40B4-BE49-F238E27FC236}">
                <a16:creationId xmlns:a16="http://schemas.microsoft.com/office/drawing/2014/main" id="{1A2FCA0E-9137-EA4D-9921-F4CEA74AEAFE}"/>
              </a:ext>
            </a:extLst>
          </p:cNvPr>
          <p:cNvSpPr txBox="1"/>
          <p:nvPr userDrawn="1"/>
        </p:nvSpPr>
        <p:spPr>
          <a:xfrm>
            <a:off x="7339360" y="6314984"/>
            <a:ext cx="411480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000">
                <a:solidFill>
                  <a:schemeClr val="bg1"/>
                </a:solidFill>
                <a:latin typeface="Roboto" panose="02000000000000000000" pitchFamily="2" charset="0"/>
                <a:ea typeface="Roboto" panose="02000000000000000000" pitchFamily="2" charset="0"/>
              </a:rPr>
              <a:t>© 2018 Axway   |  CONFIDENTIAL</a:t>
            </a:r>
          </a:p>
        </p:txBody>
      </p:sp>
    </p:spTree>
    <p:extLst>
      <p:ext uri="{BB962C8B-B14F-4D97-AF65-F5344CB8AC3E}">
        <p14:creationId xmlns:p14="http://schemas.microsoft.com/office/powerpoint/2010/main" val="3376138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ank Slide O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1377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72269-DE0F-42D7-B7F2-3092B32EA97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308524B-74C5-446C-A6ED-FB85450CA4AA}"/>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256FD18-37EB-4494-9931-61CFFDCE60FA}"/>
              </a:ext>
            </a:extLst>
          </p:cNvPr>
          <p:cNvSpPr>
            <a:spLocks noGrp="1"/>
          </p:cNvSpPr>
          <p:nvPr>
            <p:ph type="dt" sz="half" idx="10"/>
          </p:nvPr>
        </p:nvSpPr>
        <p:spPr/>
        <p:txBody>
          <a:bodyPr/>
          <a:lstStyle/>
          <a:p>
            <a:fld id="{02DED6FB-78B5-4B11-9C3F-FA1C61958293}" type="datetimeFigureOut">
              <a:rPr lang="fr-FR" smtClean="0"/>
              <a:t>07/11/2025</a:t>
            </a:fld>
            <a:endParaRPr lang="fr-FR"/>
          </a:p>
        </p:txBody>
      </p:sp>
      <p:sp>
        <p:nvSpPr>
          <p:cNvPr id="5" name="Espace réservé du pied de page 4">
            <a:extLst>
              <a:ext uri="{FF2B5EF4-FFF2-40B4-BE49-F238E27FC236}">
                <a16:creationId xmlns:a16="http://schemas.microsoft.com/office/drawing/2014/main" id="{C04E2F85-E03C-4BC6-8AFD-162F655E00F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AF92A67-B98E-427F-9788-188C39F931CF}"/>
              </a:ext>
            </a:extLst>
          </p:cNvPr>
          <p:cNvSpPr>
            <a:spLocks noGrp="1"/>
          </p:cNvSpPr>
          <p:nvPr>
            <p:ph type="sldNum" sz="quarter" idx="12"/>
          </p:nvPr>
        </p:nvSpPr>
        <p:spPr/>
        <p:txBody>
          <a:bodyPr/>
          <a:lstStyle/>
          <a:p>
            <a:fld id="{6E65BF71-2569-42D3-8312-DB5CE5269C64}" type="slidenum">
              <a:rPr lang="fr-FR" smtClean="0"/>
              <a:t>‹N°›</a:t>
            </a:fld>
            <a:endParaRPr lang="fr-FR"/>
          </a:p>
        </p:txBody>
      </p:sp>
    </p:spTree>
    <p:custDataLst>
      <p:tags r:id="rId1"/>
    </p:custDataLst>
    <p:extLst>
      <p:ext uri="{BB962C8B-B14F-4D97-AF65-F5344CB8AC3E}">
        <p14:creationId xmlns:p14="http://schemas.microsoft.com/office/powerpoint/2010/main" val="14087323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theme" Target="../theme/theme4.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5B999772-8322-946E-A596-40063DF57FCA}"/>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r>
              <a:rPr lang="en-US"/>
              <a:t>Click to edit Master title style</a:t>
            </a:r>
          </a:p>
        </p:txBody>
      </p:sp>
      <p:sp>
        <p:nvSpPr>
          <p:cNvPr id="8" name="Text Placeholder 2">
            <a:extLst>
              <a:ext uri="{FF2B5EF4-FFF2-40B4-BE49-F238E27FC236}">
                <a16:creationId xmlns:a16="http://schemas.microsoft.com/office/drawing/2014/main" id="{AE67C456-FDDA-1883-1E3D-8BC58C88F535}"/>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9" name="Rectangle 8">
            <a:extLst>
              <a:ext uri="{FF2B5EF4-FFF2-40B4-BE49-F238E27FC236}">
                <a16:creationId xmlns:a16="http://schemas.microsoft.com/office/drawing/2014/main" id="{FEACF05D-E3AE-CBC0-378F-F8BECDEBDFE2}"/>
              </a:ext>
            </a:extLst>
          </p:cNvPr>
          <p:cNvSpPr/>
          <p:nvPr userDrawn="1"/>
        </p:nvSpPr>
        <p:spPr>
          <a:xfrm>
            <a:off x="11472000" y="5787984"/>
            <a:ext cx="360000" cy="360000"/>
          </a:xfrm>
          <a:prstGeom prst="rect">
            <a:avLst/>
          </a:prstGeom>
          <a:solidFill>
            <a:srgbClr val="B4B6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latin typeface="Roboto" panose="02000000000000000000" pitchFamily="2" charset="0"/>
              <a:ea typeface="Roboto" panose="02000000000000000000" pitchFamily="2" charset="0"/>
              <a:cs typeface="Roboto" panose="02000000000000000000" pitchFamily="2" charset="0"/>
            </a:endParaRPr>
          </a:p>
        </p:txBody>
      </p:sp>
      <p:sp>
        <p:nvSpPr>
          <p:cNvPr id="10" name="Rectangle 9">
            <a:extLst>
              <a:ext uri="{FF2B5EF4-FFF2-40B4-BE49-F238E27FC236}">
                <a16:creationId xmlns:a16="http://schemas.microsoft.com/office/drawing/2014/main" id="{20580A1D-AEE9-E118-B0FF-2E35F8795E57}"/>
              </a:ext>
            </a:extLst>
          </p:cNvPr>
          <p:cNvSpPr/>
          <p:nvPr userDrawn="1"/>
        </p:nvSpPr>
        <p:spPr>
          <a:xfrm>
            <a:off x="11826240" y="5429844"/>
            <a:ext cx="360000" cy="3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latin typeface="Roboto" panose="02000000000000000000" pitchFamily="2" charset="0"/>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BB52DE52-AA12-9E01-DD30-A80E52144429}"/>
              </a:ext>
            </a:extLst>
          </p:cNvPr>
          <p:cNvSpPr/>
          <p:nvPr userDrawn="1"/>
        </p:nvSpPr>
        <p:spPr>
          <a:xfrm>
            <a:off x="10752000" y="6154810"/>
            <a:ext cx="720000" cy="720000"/>
          </a:xfrm>
          <a:prstGeom prst="rect">
            <a:avLst/>
          </a:prstGeom>
          <a:solidFill>
            <a:srgbClr val="D22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523555736"/>
      </p:ext>
    </p:extLst>
  </p:cSld>
  <p:clrMap bg1="lt1" tx1="dk1" bg2="lt2" tx2="dk2" accent1="accent1" accent2="accent2" accent3="accent3" accent4="accent4" accent5="accent5" accent6="accent6" hlink="hlink" folHlink="folHlink"/>
  <p:sldLayoutIdLst>
    <p:sldLayoutId id="2147483718" r:id="rId1"/>
    <p:sldLayoutId id="2147483717"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E5CFE3-CBC2-4142-8E83-F27DDEF6D14B}"/>
              </a:ext>
            </a:extLst>
          </p:cNvPr>
          <p:cNvSpPr>
            <a:spLocks noGrp="1"/>
          </p:cNvSpPr>
          <p:nvPr>
            <p:ph type="body" idx="1"/>
          </p:nvPr>
        </p:nvSpPr>
        <p:spPr>
          <a:xfrm>
            <a:off x="339436" y="1342546"/>
            <a:ext cx="11431524"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B767A3-A968-D74A-BCB7-7A91E25575BF}"/>
              </a:ext>
            </a:extLst>
          </p:cNvPr>
          <p:cNvSpPr>
            <a:spLocks noGrp="1"/>
          </p:cNvSpPr>
          <p:nvPr>
            <p:ph type="sldNum" sz="quarter" idx="4"/>
          </p:nvPr>
        </p:nvSpPr>
        <p:spPr>
          <a:xfrm>
            <a:off x="9027761" y="6270274"/>
            <a:ext cx="2743200" cy="365760"/>
          </a:xfrm>
          <a:prstGeom prst="rect">
            <a:avLst/>
          </a:prstGeom>
        </p:spPr>
        <p:txBody>
          <a:bodyPr anchor="ctr" anchorCtr="0"/>
          <a:lstStyle>
            <a:lvl1pPr algn="r">
              <a:defRPr sz="1000">
                <a:solidFill>
                  <a:srgbClr val="6F706E"/>
                </a:solidFill>
                <a:latin typeface="Roboto" panose="02000000000000000000" pitchFamily="2" charset="0"/>
                <a:ea typeface="Roboto" panose="02000000000000000000" pitchFamily="2" charset="0"/>
              </a:defRPr>
            </a:lvl1pPr>
          </a:lstStyle>
          <a:p>
            <a:fld id="{D45B42A2-12DC-D04A-88D3-A93CC82DF348}" type="slidenum">
              <a:rPr lang="en-US" smtClean="0"/>
              <a:pPr/>
              <a:t>‹N°›</a:t>
            </a:fld>
            <a:endParaRPr lang="en-US"/>
          </a:p>
        </p:txBody>
      </p:sp>
      <p:sp>
        <p:nvSpPr>
          <p:cNvPr id="9" name="Title Placeholder 1">
            <a:extLst>
              <a:ext uri="{FF2B5EF4-FFF2-40B4-BE49-F238E27FC236}">
                <a16:creationId xmlns:a16="http://schemas.microsoft.com/office/drawing/2014/main" id="{1790BF20-D36A-2148-9A39-FE8EDB20F33C}"/>
              </a:ext>
            </a:extLst>
          </p:cNvPr>
          <p:cNvSpPr>
            <a:spLocks noGrp="1"/>
          </p:cNvSpPr>
          <p:nvPr>
            <p:ph type="title"/>
          </p:nvPr>
        </p:nvSpPr>
        <p:spPr>
          <a:xfrm>
            <a:off x="587374" y="584199"/>
            <a:ext cx="6119999" cy="649289"/>
          </a:xfrm>
          <a:prstGeom prst="rect">
            <a:avLst/>
          </a:prstGeom>
          <a:solidFill>
            <a:srgbClr val="2B7483"/>
          </a:solidFill>
        </p:spPr>
        <p:txBody>
          <a:bodyPr wrap="none" rtlCol="0" anchor="ctr">
            <a:normAutofit/>
          </a:bodyPr>
          <a:lstStyle/>
          <a:p>
            <a:pPr marL="0" lvl="0"/>
            <a:r>
              <a:rPr lang="en-US"/>
              <a:t>Click to edit Master title style</a:t>
            </a:r>
          </a:p>
        </p:txBody>
      </p:sp>
    </p:spTree>
    <p:extLst>
      <p:ext uri="{BB962C8B-B14F-4D97-AF65-F5344CB8AC3E}">
        <p14:creationId xmlns:p14="http://schemas.microsoft.com/office/powerpoint/2010/main" val="3685023163"/>
      </p:ext>
    </p:extLst>
  </p:cSld>
  <p:clrMap bg1="lt1" tx1="dk1" bg2="lt2" tx2="dk2" accent1="accent1" accent2="accent2" accent3="accent3" accent4="accent4" accent5="accent5" accent6="accent6" hlink="hlink" folHlink="folHlink"/>
  <p:sldLayoutIdLst>
    <p:sldLayoutId id="2147483708" r:id="rId1"/>
    <p:sldLayoutId id="2147483706" r:id="rId2"/>
    <p:sldLayoutId id="2147483698" r:id="rId3"/>
    <p:sldLayoutId id="2147483699" r:id="rId4"/>
    <p:sldLayoutId id="2147483700" r:id="rId5"/>
    <p:sldLayoutId id="2147483703" r:id="rId6"/>
    <p:sldLayoutId id="2147483704" r:id="rId7"/>
    <p:sldLayoutId id="2147483680" r:id="rId8"/>
    <p:sldLayoutId id="2147483702" r:id="rId9"/>
    <p:sldLayoutId id="2147483693" r:id="rId10"/>
    <p:sldLayoutId id="2147483716" r:id="rId11"/>
  </p:sldLayoutIdLst>
  <p:txStyles>
    <p:titleStyle>
      <a:lvl1pPr algn="l" defTabSz="914400" rtl="0" eaLnBrk="1" latinLnBrk="0" hangingPunct="1">
        <a:lnSpc>
          <a:spcPct val="90000"/>
        </a:lnSpc>
        <a:spcBef>
          <a:spcPct val="0"/>
        </a:spcBef>
        <a:buNone/>
        <a:defRPr lang="en-US" sz="2800" b="1" kern="1200" dirty="0">
          <a:solidFill>
            <a:schemeClr val="bg1"/>
          </a:solidFill>
          <a:latin typeface="Roboto Regular" panose="02000000000000000000" pitchFamily="2" charset="0"/>
          <a:ea typeface="Roboto" panose="02000000000000000000" pitchFamily="2" charset="0"/>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287" userDrawn="1">
          <p15:clr>
            <a:srgbClr val="F26B43"/>
          </p15:clr>
        </p15:guide>
        <p15:guide id="2" orient="horz" pos="368" userDrawn="1">
          <p15:clr>
            <a:srgbClr val="F26B43"/>
          </p15:clr>
        </p15:guide>
        <p15:guide id="3" orient="horz" pos="777" userDrawn="1">
          <p15:clr>
            <a:srgbClr val="F26B43"/>
          </p15:clr>
        </p15:guide>
        <p15:guide id="4" pos="370" userDrawn="1">
          <p15:clr>
            <a:srgbClr val="F26B43"/>
          </p15:clr>
        </p15:guide>
        <p15:guide id="5" pos="422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a:gsLst>
            <a:gs pos="13000">
              <a:srgbClr val="2B7483"/>
            </a:gs>
            <a:gs pos="100000">
              <a:srgbClr val="43A7BE"/>
            </a:gs>
          </a:gsLst>
          <a:lin ang="108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D0AE57-8D50-A745-988A-B164D16C8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2A09D3-F435-824D-BCFC-BEC034E01C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A77B2187-9CB8-1944-A1E5-2349E84D64E9}"/>
              </a:ext>
            </a:extLst>
          </p:cNvPr>
          <p:cNvSpPr>
            <a:spLocks noGrp="1"/>
          </p:cNvSpPr>
          <p:nvPr>
            <p:ph type="sldNum" sz="quarter" idx="4"/>
          </p:nvPr>
        </p:nvSpPr>
        <p:spPr>
          <a:xfrm>
            <a:off x="9144991" y="6317167"/>
            <a:ext cx="2743200" cy="365125"/>
          </a:xfrm>
          <a:prstGeom prst="rect">
            <a:avLst/>
          </a:prstGeom>
        </p:spPr>
        <p:txBody>
          <a:bodyPr vert="horz" lIns="91440" tIns="45720" rIns="91440" bIns="45720" rtlCol="0" anchor="ctr"/>
          <a:lstStyle>
            <a:lvl1pPr algn="r">
              <a:defRPr sz="1000">
                <a:solidFill>
                  <a:schemeClr val="bg1"/>
                </a:solidFill>
                <a:latin typeface="Roboto" panose="02000000000000000000" pitchFamily="2" charset="0"/>
                <a:ea typeface="Roboto" panose="02000000000000000000" pitchFamily="2" charset="0"/>
              </a:defRPr>
            </a:lvl1pPr>
          </a:lstStyle>
          <a:p>
            <a:fld id="{D45B42A2-12DC-D04A-88D3-A93CC82DF348}" type="slidenum">
              <a:rPr lang="en-US" smtClean="0"/>
              <a:pPr/>
              <a:t>‹N°›</a:t>
            </a:fld>
            <a:endParaRPr lang="en-US"/>
          </a:p>
        </p:txBody>
      </p:sp>
      <p:sp>
        <p:nvSpPr>
          <p:cNvPr id="9" name="TextBox 8">
            <a:extLst>
              <a:ext uri="{FF2B5EF4-FFF2-40B4-BE49-F238E27FC236}">
                <a16:creationId xmlns:a16="http://schemas.microsoft.com/office/drawing/2014/main" id="{F3DE5DAD-705D-474F-9583-668E871D7D28}"/>
              </a:ext>
            </a:extLst>
          </p:cNvPr>
          <p:cNvSpPr txBox="1"/>
          <p:nvPr userDrawn="1"/>
        </p:nvSpPr>
        <p:spPr>
          <a:xfrm>
            <a:off x="339436" y="6314984"/>
            <a:ext cx="1935413" cy="246221"/>
          </a:xfrm>
          <a:prstGeom prst="rect">
            <a:avLst/>
          </a:prstGeom>
          <a:noFill/>
        </p:spPr>
        <p:txBody>
          <a:bodyPr wrap="square" rtlCol="0">
            <a:spAutoFit/>
          </a:bodyPr>
          <a:lstStyle/>
          <a:p>
            <a:r>
              <a:rPr lang="en-US" sz="1000">
                <a:solidFill>
                  <a:schemeClr val="bg1"/>
                </a:solidFill>
                <a:latin typeface="Roboto" panose="02000000000000000000" pitchFamily="2" charset="0"/>
                <a:ea typeface="Roboto" panose="02000000000000000000" pitchFamily="2" charset="0"/>
                <a:cs typeface="Roboto Condensed Light" panose="02000000000000000000" pitchFamily="2" charset="0"/>
              </a:rPr>
              <a:t>axway.com</a:t>
            </a:r>
          </a:p>
        </p:txBody>
      </p:sp>
    </p:spTree>
    <p:extLst>
      <p:ext uri="{BB962C8B-B14F-4D97-AF65-F5344CB8AC3E}">
        <p14:creationId xmlns:p14="http://schemas.microsoft.com/office/powerpoint/2010/main" val="80145976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a:gsLst>
            <a:gs pos="13000">
              <a:srgbClr val="2B7483"/>
            </a:gs>
            <a:gs pos="100000">
              <a:srgbClr val="43A7BE"/>
            </a:gs>
          </a:gsLst>
          <a:lin ang="108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D0AE57-8D50-A745-988A-B164D16C8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2A09D3-F435-824D-BCFC-BEC034E01C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84267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711" r:id="rId3"/>
    <p:sldLayoutId id="214748371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F62E13-6B69-2C14-A07A-0F5EB4A40CFA}"/>
              </a:ext>
            </a:extLst>
          </p:cNvPr>
          <p:cNvSpPr>
            <a:spLocks noGrp="1"/>
          </p:cNvSpPr>
          <p:nvPr>
            <p:ph type="ctrTitle"/>
          </p:nvPr>
        </p:nvSpPr>
        <p:spPr>
          <a:xfrm>
            <a:off x="12379" y="1080000"/>
            <a:ext cx="5723259" cy="3416320"/>
          </a:xfrm>
        </p:spPr>
        <p:txBody>
          <a:bodyPr/>
          <a:lstStyle/>
          <a:p>
            <a:r>
              <a:rPr lang="en-US"/>
              <a:t>How to get a script from existing audio file</a:t>
            </a:r>
          </a:p>
        </p:txBody>
      </p:sp>
      <p:sp>
        <p:nvSpPr>
          <p:cNvPr id="8" name="Text Placeholder 7">
            <a:extLst>
              <a:ext uri="{FF2B5EF4-FFF2-40B4-BE49-F238E27FC236}">
                <a16:creationId xmlns:a16="http://schemas.microsoft.com/office/drawing/2014/main" id="{5EFF5B52-4F0B-55B0-DDF8-881E7CB23A0A}"/>
              </a:ext>
            </a:extLst>
          </p:cNvPr>
          <p:cNvSpPr>
            <a:spLocks noGrp="1"/>
          </p:cNvSpPr>
          <p:nvPr>
            <p:ph type="body" sz="quarter" idx="10"/>
          </p:nvPr>
        </p:nvSpPr>
        <p:spPr/>
        <p:txBody>
          <a:bodyPr/>
          <a:lstStyle/>
          <a:p>
            <a:endParaRPr lang="en-US"/>
          </a:p>
        </p:txBody>
      </p:sp>
      <p:sp>
        <p:nvSpPr>
          <p:cNvPr id="10" name="Subtitle 9">
            <a:extLst>
              <a:ext uri="{FF2B5EF4-FFF2-40B4-BE49-F238E27FC236}">
                <a16:creationId xmlns:a16="http://schemas.microsoft.com/office/drawing/2014/main" id="{20BC646B-5316-7B6B-DC9C-8124AA6D96CD}"/>
              </a:ext>
            </a:extLst>
          </p:cNvPr>
          <p:cNvSpPr>
            <a:spLocks noGrp="1"/>
          </p:cNvSpPr>
          <p:nvPr>
            <p:ph type="subTitle" idx="1"/>
          </p:nvPr>
        </p:nvSpPr>
        <p:spPr>
          <a:xfrm>
            <a:off x="12379" y="4630366"/>
            <a:ext cx="5723259" cy="1129634"/>
          </a:xfrm>
        </p:spPr>
        <p:txBody>
          <a:bodyPr/>
          <a:lstStyle/>
          <a:p>
            <a:endParaRPr lang="en-US"/>
          </a:p>
        </p:txBody>
      </p:sp>
    </p:spTree>
    <p:custDataLst>
      <p:tags r:id="rId1"/>
    </p:custDataLst>
    <p:extLst>
      <p:ext uri="{BB962C8B-B14F-4D97-AF65-F5344CB8AC3E}">
        <p14:creationId xmlns:p14="http://schemas.microsoft.com/office/powerpoint/2010/main" val="3356189839"/>
      </p:ext>
    </p:extLst>
  </p:cSld>
  <p:clrMapOvr>
    <a:masterClrMapping/>
  </p:clrMapOvr>
  <mc:AlternateContent xmlns:mc="http://schemas.openxmlformats.org/markup-compatibility/2006" xmlns:p14="http://schemas.microsoft.com/office/powerpoint/2010/main">
    <mc:Choice Requires="p14">
      <p:transition spd="slow" p14:dur="2000" advTm="10229"/>
    </mc:Choice>
    <mc:Fallback xmlns="">
      <p:transition spd="slow" advTm="1022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5">
            <a:extLst>
              <a:ext uri="{FF2B5EF4-FFF2-40B4-BE49-F238E27FC236}">
                <a16:creationId xmlns:a16="http://schemas.microsoft.com/office/drawing/2014/main" id="{0F1AB8D4-A881-4F94-959F-CB0FDEE93E2D}"/>
              </a:ext>
            </a:extLst>
          </p:cNvPr>
          <p:cNvGraphicFramePr>
            <a:graphicFrameLocks noGrp="1"/>
          </p:cNvGraphicFramePr>
          <p:nvPr>
            <p:extLst>
              <p:ext uri="{D42A27DB-BD31-4B8C-83A1-F6EECF244321}">
                <p14:modId xmlns:p14="http://schemas.microsoft.com/office/powerpoint/2010/main" val="364329537"/>
              </p:ext>
            </p:extLst>
          </p:nvPr>
        </p:nvGraphicFramePr>
        <p:xfrm>
          <a:off x="602973" y="1900486"/>
          <a:ext cx="10880036" cy="1854200"/>
        </p:xfrm>
        <a:graphic>
          <a:graphicData uri="http://schemas.openxmlformats.org/drawingml/2006/table">
            <a:tbl>
              <a:tblPr firstRow="1" bandRow="1">
                <a:tableStyleId>{5C22544A-7EE6-4342-B048-85BDC9FD1C3A}</a:tableStyleId>
              </a:tblPr>
              <a:tblGrid>
                <a:gridCol w="2736575">
                  <a:extLst>
                    <a:ext uri="{9D8B030D-6E8A-4147-A177-3AD203B41FA5}">
                      <a16:colId xmlns:a16="http://schemas.microsoft.com/office/drawing/2014/main" val="2961533418"/>
                    </a:ext>
                  </a:extLst>
                </a:gridCol>
                <a:gridCol w="8143461">
                  <a:extLst>
                    <a:ext uri="{9D8B030D-6E8A-4147-A177-3AD203B41FA5}">
                      <a16:colId xmlns:a16="http://schemas.microsoft.com/office/drawing/2014/main" val="4123785703"/>
                    </a:ext>
                  </a:extLst>
                </a:gridCol>
              </a:tblGrid>
              <a:tr h="370840">
                <a:tc>
                  <a:txBody>
                    <a:bodyPr/>
                    <a:lstStyle/>
                    <a:p>
                      <a:r>
                        <a:rPr lang="fr-FR" b="1" err="1">
                          <a:solidFill>
                            <a:schemeClr val="bg1"/>
                          </a:solidFill>
                        </a:rPr>
                        <a:t>Owner</a:t>
                      </a:r>
                      <a:r>
                        <a:rPr lang="fr-FR" b="1">
                          <a:solidFill>
                            <a:schemeClr val="bg1"/>
                          </a:solidFill>
                        </a:rPr>
                        <a:t> </a:t>
                      </a:r>
                      <a:r>
                        <a:rPr lang="fr-FR" b="1" err="1">
                          <a:solidFill>
                            <a:schemeClr val="bg1"/>
                          </a:solidFill>
                        </a:rPr>
                        <a:t>name</a:t>
                      </a:r>
                      <a:endParaRPr lang="en-US"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580"/>
                    </a:solidFill>
                  </a:tcPr>
                </a:tc>
                <a:tc>
                  <a:txBody>
                    <a:bodyPr/>
                    <a:lstStyle/>
                    <a:p>
                      <a:r>
                        <a:rPr lang="en-US" b="0">
                          <a:solidFill>
                            <a:schemeClr val="tx1"/>
                          </a:solidFill>
                        </a:rPr>
                        <a:t>Damien </a:t>
                      </a:r>
                      <a:r>
                        <a:rPr lang="en-US" b="0" err="1">
                          <a:solidFill>
                            <a:schemeClr val="tx1"/>
                          </a:solidFill>
                        </a:rPr>
                        <a:t>Lerminaux</a:t>
                      </a:r>
                      <a:endParaRPr lang="en-US" b="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379227526"/>
                  </a:ext>
                </a:extLst>
              </a:tr>
              <a:tr h="370840">
                <a:tc>
                  <a:txBody>
                    <a:bodyPr/>
                    <a:lstStyle/>
                    <a:p>
                      <a:r>
                        <a:rPr lang="fr-FR" b="1">
                          <a:solidFill>
                            <a:schemeClr val="bg1"/>
                          </a:solidFill>
                        </a:rPr>
                        <a:t>Team</a:t>
                      </a:r>
                      <a:endParaRPr lang="en-US"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580"/>
                    </a:solidFill>
                  </a:tcPr>
                </a:tc>
                <a:tc>
                  <a:txBody>
                    <a:bodyPr/>
                    <a:lstStyle/>
                    <a:p>
                      <a:r>
                        <a:rPr lang="en-US" b="0" err="1">
                          <a:solidFill>
                            <a:schemeClr val="tx1"/>
                          </a:solidFill>
                        </a:rPr>
                        <a:t>DnD</a:t>
                      </a:r>
                      <a:endParaRPr lang="en-US" b="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64748391"/>
                  </a:ext>
                </a:extLst>
              </a:tr>
              <a:tr h="370840">
                <a:tc>
                  <a:txBody>
                    <a:bodyPr/>
                    <a:lstStyle/>
                    <a:p>
                      <a:r>
                        <a:rPr lang="fr-FR" b="1">
                          <a:solidFill>
                            <a:schemeClr val="bg1"/>
                          </a:solidFill>
                        </a:rPr>
                        <a:t>Resources</a:t>
                      </a:r>
                      <a:endParaRPr lang="en-US"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580"/>
                    </a:solidFill>
                  </a:tcPr>
                </a:tc>
                <a:tc>
                  <a:txBody>
                    <a:bodyPr/>
                    <a:lstStyle/>
                    <a:p>
                      <a:r>
                        <a:rPr lang="en-US" b="0">
                          <a:solidFill>
                            <a:schemeClr val="tx1"/>
                          </a:solidFill>
                        </a:rPr>
                        <a:t>Audio or video file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88900979"/>
                  </a:ext>
                </a:extLst>
              </a:tr>
              <a:tr h="370840">
                <a:tc>
                  <a:txBody>
                    <a:bodyPr/>
                    <a:lstStyle/>
                    <a:p>
                      <a:r>
                        <a:rPr lang="fr-FR" b="1">
                          <a:solidFill>
                            <a:schemeClr val="bg1"/>
                          </a:solidFill>
                        </a:rPr>
                        <a:t>Tools</a:t>
                      </a:r>
                      <a:endParaRPr lang="en-US"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58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solidFill>
                            <a:schemeClr val="tx1"/>
                          </a:solidFill>
                        </a:rPr>
                        <a:t>Word </a:t>
                      </a:r>
                      <a:r>
                        <a:rPr lang="en-US" b="1">
                          <a:solidFill>
                            <a:schemeClr val="tx1"/>
                          </a:solidFill>
                        </a:rPr>
                        <a:t>Online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39128616"/>
                  </a:ext>
                </a:extLst>
              </a:tr>
              <a:tr h="370840">
                <a:tc>
                  <a:txBody>
                    <a:bodyPr/>
                    <a:lstStyle/>
                    <a:p>
                      <a:r>
                        <a:rPr lang="en-US" b="1">
                          <a:solidFill>
                            <a:schemeClr val="bg1"/>
                          </a:solidFill>
                        </a:rPr>
                        <a:t>Description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580"/>
                    </a:solidFill>
                  </a:tcPr>
                </a:tc>
                <a:tc>
                  <a:txBody>
                    <a:bodyPr/>
                    <a:lstStyle/>
                    <a:p>
                      <a:r>
                        <a:rPr lang="en-US" b="0" dirty="0">
                          <a:solidFill>
                            <a:schemeClr val="tx1"/>
                          </a:solidFill>
                        </a:rPr>
                        <a:t>How to get a script if needed and only audio is available in the  Storyboard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68690517"/>
                  </a:ext>
                </a:extLst>
              </a:tr>
            </a:tbl>
          </a:graphicData>
        </a:graphic>
      </p:graphicFrame>
      <p:graphicFrame>
        <p:nvGraphicFramePr>
          <p:cNvPr id="41" name="Tableau 2">
            <a:extLst>
              <a:ext uri="{FF2B5EF4-FFF2-40B4-BE49-F238E27FC236}">
                <a16:creationId xmlns:a16="http://schemas.microsoft.com/office/drawing/2014/main" id="{AD0C5357-4524-44CF-9EBF-3EFFD4DD3857}"/>
              </a:ext>
            </a:extLst>
          </p:cNvPr>
          <p:cNvGraphicFramePr>
            <a:graphicFrameLocks noGrp="1"/>
          </p:cNvGraphicFramePr>
          <p:nvPr>
            <p:extLst>
              <p:ext uri="{D42A27DB-BD31-4B8C-83A1-F6EECF244321}">
                <p14:modId xmlns:p14="http://schemas.microsoft.com/office/powerpoint/2010/main" val="2746829800"/>
              </p:ext>
            </p:extLst>
          </p:nvPr>
        </p:nvGraphicFramePr>
        <p:xfrm>
          <a:off x="590042" y="4587839"/>
          <a:ext cx="10880040" cy="1010920"/>
        </p:xfrm>
        <a:graphic>
          <a:graphicData uri="http://schemas.openxmlformats.org/drawingml/2006/table">
            <a:tbl>
              <a:tblPr firstRow="1" bandRow="1">
                <a:tableStyleId>{5C22544A-7EE6-4342-B048-85BDC9FD1C3A}</a:tableStyleId>
              </a:tblPr>
              <a:tblGrid>
                <a:gridCol w="1088004">
                  <a:extLst>
                    <a:ext uri="{9D8B030D-6E8A-4147-A177-3AD203B41FA5}">
                      <a16:colId xmlns:a16="http://schemas.microsoft.com/office/drawing/2014/main" val="3753324219"/>
                    </a:ext>
                  </a:extLst>
                </a:gridCol>
                <a:gridCol w="1088004">
                  <a:extLst>
                    <a:ext uri="{9D8B030D-6E8A-4147-A177-3AD203B41FA5}">
                      <a16:colId xmlns:a16="http://schemas.microsoft.com/office/drawing/2014/main" val="1039103175"/>
                    </a:ext>
                  </a:extLst>
                </a:gridCol>
                <a:gridCol w="1088004">
                  <a:extLst>
                    <a:ext uri="{9D8B030D-6E8A-4147-A177-3AD203B41FA5}">
                      <a16:colId xmlns:a16="http://schemas.microsoft.com/office/drawing/2014/main" val="1462523409"/>
                    </a:ext>
                  </a:extLst>
                </a:gridCol>
                <a:gridCol w="1088004">
                  <a:extLst>
                    <a:ext uri="{9D8B030D-6E8A-4147-A177-3AD203B41FA5}">
                      <a16:colId xmlns:a16="http://schemas.microsoft.com/office/drawing/2014/main" val="423647713"/>
                    </a:ext>
                  </a:extLst>
                </a:gridCol>
                <a:gridCol w="1088004">
                  <a:extLst>
                    <a:ext uri="{9D8B030D-6E8A-4147-A177-3AD203B41FA5}">
                      <a16:colId xmlns:a16="http://schemas.microsoft.com/office/drawing/2014/main" val="1682151051"/>
                    </a:ext>
                  </a:extLst>
                </a:gridCol>
                <a:gridCol w="1088004">
                  <a:extLst>
                    <a:ext uri="{9D8B030D-6E8A-4147-A177-3AD203B41FA5}">
                      <a16:colId xmlns:a16="http://schemas.microsoft.com/office/drawing/2014/main" val="729811086"/>
                    </a:ext>
                  </a:extLst>
                </a:gridCol>
                <a:gridCol w="1088004">
                  <a:extLst>
                    <a:ext uri="{9D8B030D-6E8A-4147-A177-3AD203B41FA5}">
                      <a16:colId xmlns:a16="http://schemas.microsoft.com/office/drawing/2014/main" val="637958015"/>
                    </a:ext>
                  </a:extLst>
                </a:gridCol>
                <a:gridCol w="1088004">
                  <a:extLst>
                    <a:ext uri="{9D8B030D-6E8A-4147-A177-3AD203B41FA5}">
                      <a16:colId xmlns:a16="http://schemas.microsoft.com/office/drawing/2014/main" val="1592962583"/>
                    </a:ext>
                  </a:extLst>
                </a:gridCol>
                <a:gridCol w="1088004">
                  <a:extLst>
                    <a:ext uri="{9D8B030D-6E8A-4147-A177-3AD203B41FA5}">
                      <a16:colId xmlns:a16="http://schemas.microsoft.com/office/drawing/2014/main" val="2588044287"/>
                    </a:ext>
                  </a:extLst>
                </a:gridCol>
                <a:gridCol w="1088004">
                  <a:extLst>
                    <a:ext uri="{9D8B030D-6E8A-4147-A177-3AD203B41FA5}">
                      <a16:colId xmlns:a16="http://schemas.microsoft.com/office/drawing/2014/main" val="251498148"/>
                    </a:ext>
                  </a:extLst>
                </a:gridCol>
              </a:tblGrid>
              <a:tr h="370840">
                <a:tc>
                  <a:txBody>
                    <a:bodyPr/>
                    <a:lstStyle/>
                    <a:p>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dirty="0">
                          <a:latin typeface="Roboto" panose="02000000000000000000" pitchFamily="2" charset="0"/>
                          <a:ea typeface="Roboto" panose="02000000000000000000" pitchFamily="2" charset="0"/>
                          <a:cs typeface="Roboto" panose="02000000000000000000" pitchFamily="2" charset="0"/>
                        </a:rPr>
                        <a:t>Annarose</a:t>
                      </a:r>
                      <a:endParaRPr lang="en-US" dirty="0">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tc>
                  <a:txBody>
                    <a:bodyPr/>
                    <a:lstStyle/>
                    <a:p>
                      <a:r>
                        <a:rPr lang="fr-FR">
                          <a:latin typeface="Roboto" panose="02000000000000000000" pitchFamily="2" charset="0"/>
                          <a:ea typeface="Roboto" panose="02000000000000000000" pitchFamily="2" charset="0"/>
                          <a:cs typeface="Roboto" panose="02000000000000000000" pitchFamily="2" charset="0"/>
                        </a:rPr>
                        <a:t>AU </a:t>
                      </a:r>
                      <a:r>
                        <a:rPr lang="fr-FR" err="1">
                          <a:latin typeface="Roboto" panose="02000000000000000000" pitchFamily="2" charset="0"/>
                          <a:ea typeface="Roboto" panose="02000000000000000000" pitchFamily="2" charset="0"/>
                          <a:cs typeface="Roboto" panose="02000000000000000000" pitchFamily="2" charset="0"/>
                        </a:rPr>
                        <a:t>Member</a:t>
                      </a:r>
                      <a:r>
                        <a:rPr lang="fr-FR">
                          <a:latin typeface="Roboto" panose="02000000000000000000" pitchFamily="2" charset="0"/>
                          <a:ea typeface="Roboto" panose="02000000000000000000" pitchFamily="2" charset="0"/>
                          <a:cs typeface="Roboto" panose="02000000000000000000" pitchFamily="2" charset="0"/>
                        </a:rPr>
                        <a:t> </a:t>
                      </a:r>
                      <a:endParaRPr lang="en-US">
                        <a:latin typeface="Roboto" panose="02000000000000000000" pitchFamily="2" charset="0"/>
                        <a:ea typeface="Roboto" panose="02000000000000000000" pitchFamily="2" charset="0"/>
                        <a:cs typeface="Roboto" panose="02000000000000000000" pitchFamily="2" charset="0"/>
                      </a:endParaRPr>
                    </a:p>
                  </a:txBody>
                  <a:tcPr>
                    <a:solidFill>
                      <a:srgbClr val="006580"/>
                    </a:solidFill>
                  </a:tcPr>
                </a:tc>
                <a:extLst>
                  <a:ext uri="{0D108BD9-81ED-4DB2-BD59-A6C34878D82A}">
                    <a16:rowId xmlns:a16="http://schemas.microsoft.com/office/drawing/2014/main" val="3330645928"/>
                  </a:ext>
                </a:extLst>
              </a:tr>
              <a:tr h="370840">
                <a:tc>
                  <a:txBody>
                    <a:bodyPr/>
                    <a:lstStyle/>
                    <a:p>
                      <a:r>
                        <a:rPr lang="fr-FR" sz="1200">
                          <a:latin typeface="Roboto" panose="02000000000000000000" pitchFamily="2" charset="0"/>
                          <a:ea typeface="Roboto" panose="02000000000000000000" pitchFamily="2" charset="0"/>
                          <a:cs typeface="Roboto" panose="02000000000000000000" pitchFamily="2" charset="0"/>
                        </a:rPr>
                        <a:t>Date</a:t>
                      </a:r>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r>
                        <a:rPr lang="en-US" sz="1200" dirty="0">
                          <a:latin typeface="Roboto" panose="02000000000000000000" pitchFamily="2" charset="0"/>
                          <a:ea typeface="Roboto" panose="02000000000000000000" pitchFamily="2" charset="0"/>
                          <a:cs typeface="Roboto" panose="02000000000000000000" pitchFamily="2" charset="0"/>
                        </a:rPr>
                        <a:t>April 7, 23</a:t>
                      </a: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tc>
                  <a:txBody>
                    <a:bodyPr/>
                    <a:lstStyle/>
                    <a:p>
                      <a:endParaRPr lang="en-US" sz="1200" dirty="0">
                        <a:latin typeface="Roboto" panose="02000000000000000000" pitchFamily="2" charset="0"/>
                        <a:ea typeface="Roboto" panose="02000000000000000000" pitchFamily="2" charset="0"/>
                        <a:cs typeface="Roboto" panose="02000000000000000000" pitchFamily="2" charset="0"/>
                      </a:endParaRPr>
                    </a:p>
                  </a:txBody>
                  <a:tcPr>
                    <a:solidFill>
                      <a:schemeClr val="bg1">
                        <a:lumMod val="85000"/>
                      </a:schemeClr>
                    </a:solidFill>
                  </a:tcPr>
                </a:tc>
                <a:extLst>
                  <a:ext uri="{0D108BD9-81ED-4DB2-BD59-A6C34878D82A}">
                    <a16:rowId xmlns:a16="http://schemas.microsoft.com/office/drawing/2014/main" val="1735841145"/>
                  </a:ext>
                </a:extLst>
              </a:tr>
            </a:tbl>
          </a:graphicData>
        </a:graphic>
      </p:graphicFrame>
      <p:sp>
        <p:nvSpPr>
          <p:cNvPr id="43" name="Title 42">
            <a:extLst>
              <a:ext uri="{FF2B5EF4-FFF2-40B4-BE49-F238E27FC236}">
                <a16:creationId xmlns:a16="http://schemas.microsoft.com/office/drawing/2014/main" id="{6B5094A8-952D-D051-D932-C088B1B206FE}"/>
              </a:ext>
            </a:extLst>
          </p:cNvPr>
          <p:cNvSpPr>
            <a:spLocks noGrp="1"/>
          </p:cNvSpPr>
          <p:nvPr>
            <p:ph type="title"/>
          </p:nvPr>
        </p:nvSpPr>
        <p:spPr/>
        <p:txBody>
          <a:bodyPr/>
          <a:lstStyle/>
          <a:p>
            <a:r>
              <a:rPr lang="en-US"/>
              <a:t>Process Info</a:t>
            </a:r>
          </a:p>
        </p:txBody>
      </p:sp>
    </p:spTree>
    <p:custDataLst>
      <p:tags r:id="rId1"/>
    </p:custDataLst>
    <p:extLst>
      <p:ext uri="{BB962C8B-B14F-4D97-AF65-F5344CB8AC3E}">
        <p14:creationId xmlns:p14="http://schemas.microsoft.com/office/powerpoint/2010/main" val="2768985080"/>
      </p:ext>
    </p:extLst>
  </p:cSld>
  <p:clrMapOvr>
    <a:masterClrMapping/>
  </p:clrMapOvr>
  <mc:AlternateContent xmlns:mc="http://schemas.openxmlformats.org/markup-compatibility/2006" xmlns:p14="http://schemas.microsoft.com/office/powerpoint/2010/main">
    <mc:Choice Requires="p14">
      <p:transition spd="slow" p14:dur="2000" advTm="91065"/>
    </mc:Choice>
    <mc:Fallback xmlns="">
      <p:transition spd="slow" advTm="9106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4B12B-60EA-711F-4A1D-EA7738E41119}"/>
              </a:ext>
            </a:extLst>
          </p:cNvPr>
          <p:cNvSpPr>
            <a:spLocks noGrp="1"/>
          </p:cNvSpPr>
          <p:nvPr>
            <p:ph type="title"/>
          </p:nvPr>
        </p:nvSpPr>
        <p:spPr/>
        <p:txBody>
          <a:bodyPr/>
          <a:lstStyle/>
          <a:p>
            <a:r>
              <a:rPr lang="en-US"/>
              <a:t>Summary</a:t>
            </a:r>
          </a:p>
        </p:txBody>
      </p:sp>
      <p:sp>
        <p:nvSpPr>
          <p:cNvPr id="4" name="Content Placeholder 2">
            <a:extLst>
              <a:ext uri="{FF2B5EF4-FFF2-40B4-BE49-F238E27FC236}">
                <a16:creationId xmlns:a16="http://schemas.microsoft.com/office/drawing/2014/main" id="{8373F23E-C664-A0AB-BBB1-395650292884}"/>
              </a:ext>
            </a:extLst>
          </p:cNvPr>
          <p:cNvSpPr>
            <a:spLocks noGrp="1"/>
          </p:cNvSpPr>
          <p:nvPr>
            <p:ph idx="1"/>
          </p:nvPr>
        </p:nvSpPr>
        <p:spPr>
          <a:xfrm>
            <a:off x="360000" y="1620000"/>
            <a:ext cx="8640000" cy="4680000"/>
          </a:xfrm>
        </p:spPr>
        <p:txBody>
          <a:bodyPr vert="horz" lIns="91440" tIns="45720" rIns="91440" bIns="45720" rtlCol="0" anchor="t">
            <a:normAutofit/>
          </a:bodyPr>
          <a:lstStyle/>
          <a:p>
            <a:pPr marL="0" indent="0">
              <a:buNone/>
            </a:pPr>
            <a:r>
              <a:rPr lang="en-US">
                <a:latin typeface="Roboto"/>
                <a:ea typeface="Roboto"/>
                <a:cs typeface="Roboto"/>
              </a:rPr>
              <a:t>The idea of this how to is to explain how to get help from the dictate option of Word online to get the transcript of an existing audio. It could be useful for : </a:t>
            </a:r>
            <a:endParaRPr lang="en-US"/>
          </a:p>
          <a:p>
            <a:r>
              <a:rPr lang="en-US"/>
              <a:t>Preparing a re-recording</a:t>
            </a:r>
          </a:p>
          <a:p>
            <a:r>
              <a:rPr lang="en-US"/>
              <a:t>Adding subtitles </a:t>
            </a:r>
          </a:p>
          <a:p>
            <a:r>
              <a:rPr lang="en-US"/>
              <a:t>Preparing a translation</a:t>
            </a:r>
          </a:p>
        </p:txBody>
      </p:sp>
    </p:spTree>
    <p:custDataLst>
      <p:tags r:id="rId1"/>
    </p:custDataLst>
    <p:extLst>
      <p:ext uri="{BB962C8B-B14F-4D97-AF65-F5344CB8AC3E}">
        <p14:creationId xmlns:p14="http://schemas.microsoft.com/office/powerpoint/2010/main" val="4129824686"/>
      </p:ext>
    </p:extLst>
  </p:cSld>
  <p:clrMapOvr>
    <a:masterClrMapping/>
  </p:clrMapOvr>
  <mc:AlternateContent xmlns:mc="http://schemas.openxmlformats.org/markup-compatibility/2006" xmlns:p14="http://schemas.microsoft.com/office/powerpoint/2010/main">
    <mc:Choice Requires="p14">
      <p:transition spd="slow" p14:dur="2000" advTm="102963"/>
    </mc:Choice>
    <mc:Fallback xmlns="">
      <p:transition spd="slow" advTm="10296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Graphical user interface, application&#10;&#10;Description automatically generated">
            <a:extLst>
              <a:ext uri="{FF2B5EF4-FFF2-40B4-BE49-F238E27FC236}">
                <a16:creationId xmlns:a16="http://schemas.microsoft.com/office/drawing/2014/main" id="{12F45F65-7D0C-75FB-FDCD-7E04A94224FF}"/>
              </a:ext>
            </a:extLst>
          </p:cNvPr>
          <p:cNvPicPr>
            <a:picLocks noChangeAspect="1"/>
          </p:cNvPicPr>
          <p:nvPr/>
        </p:nvPicPr>
        <p:blipFill>
          <a:blip r:embed="rId3"/>
          <a:stretch>
            <a:fillRect/>
          </a:stretch>
        </p:blipFill>
        <p:spPr>
          <a:xfrm>
            <a:off x="7219396" y="600739"/>
            <a:ext cx="3441627" cy="5656520"/>
          </a:xfrm>
          <a:prstGeom prst="rect">
            <a:avLst/>
          </a:prstGeom>
        </p:spPr>
      </p:pic>
      <p:sp>
        <p:nvSpPr>
          <p:cNvPr id="2" name="Title 1">
            <a:extLst>
              <a:ext uri="{FF2B5EF4-FFF2-40B4-BE49-F238E27FC236}">
                <a16:creationId xmlns:a16="http://schemas.microsoft.com/office/drawing/2014/main" id="{DC3A2FAC-4307-61ED-7568-F58AA35BFE3B}"/>
              </a:ext>
            </a:extLst>
          </p:cNvPr>
          <p:cNvSpPr>
            <a:spLocks noGrp="1"/>
          </p:cNvSpPr>
          <p:nvPr>
            <p:ph type="title"/>
          </p:nvPr>
        </p:nvSpPr>
        <p:spPr/>
        <p:txBody>
          <a:bodyPr/>
          <a:lstStyle/>
          <a:p>
            <a:r>
              <a:rPr lang="en-US"/>
              <a:t>Step 1</a:t>
            </a:r>
          </a:p>
        </p:txBody>
      </p:sp>
      <p:sp>
        <p:nvSpPr>
          <p:cNvPr id="5" name="Espace réservé du contenu 4">
            <a:extLst>
              <a:ext uri="{FF2B5EF4-FFF2-40B4-BE49-F238E27FC236}">
                <a16:creationId xmlns:a16="http://schemas.microsoft.com/office/drawing/2014/main" id="{8921F1C2-2DB8-7A88-08CC-BC74CD655480}"/>
              </a:ext>
            </a:extLst>
          </p:cNvPr>
          <p:cNvSpPr>
            <a:spLocks noGrp="1"/>
          </p:cNvSpPr>
          <p:nvPr>
            <p:ph idx="1"/>
          </p:nvPr>
        </p:nvSpPr>
        <p:spPr>
          <a:xfrm>
            <a:off x="359998" y="1620000"/>
            <a:ext cx="7402673" cy="4680000"/>
          </a:xfrm>
        </p:spPr>
        <p:txBody>
          <a:bodyPr vert="horz" lIns="91440" tIns="45720" rIns="91440" bIns="45720" rtlCol="0" anchor="t">
            <a:normAutofit/>
          </a:bodyPr>
          <a:lstStyle/>
          <a:p>
            <a:r>
              <a:rPr lang="en-US" dirty="0">
                <a:latin typeface="Roboto"/>
                <a:ea typeface="Roboto"/>
                <a:cs typeface="Roboto"/>
              </a:rPr>
              <a:t>Save the audio on the slide as a file</a:t>
            </a:r>
          </a:p>
          <a:p>
            <a:pPr marL="457200" lvl="1" indent="0">
              <a:buNone/>
            </a:pPr>
            <a:r>
              <a:rPr lang="en-US" dirty="0">
                <a:latin typeface="Roboto"/>
                <a:ea typeface="Roboto"/>
                <a:cs typeface="Roboto"/>
              </a:rPr>
              <a:t>(Right click on the audio Icon / save the media as…)</a:t>
            </a:r>
          </a:p>
          <a:p>
            <a:pPr marL="457200" lvl="1" indent="0">
              <a:buNone/>
            </a:pPr>
            <a:endParaRPr lang="en-US"/>
          </a:p>
          <a:p>
            <a:pPr marL="457200" lvl="1" indent="0">
              <a:buNone/>
            </a:pPr>
            <a:endParaRPr lang="en-US"/>
          </a:p>
          <a:p>
            <a:pPr marL="457200" lvl="1" indent="0">
              <a:buNone/>
            </a:pPr>
            <a:endParaRPr lang="en-US"/>
          </a:p>
          <a:p>
            <a:pPr marL="457200" lvl="1" indent="0">
              <a:buNone/>
            </a:pPr>
            <a:endParaRPr lang="en-US"/>
          </a:p>
          <a:p>
            <a:pPr marL="457200" lvl="1" indent="0">
              <a:buNone/>
            </a:pPr>
            <a:endParaRPr lang="en-US"/>
          </a:p>
          <a:p>
            <a:endParaRPr lang="en-US" dirty="0"/>
          </a:p>
          <a:p>
            <a:pPr marL="457200" lvl="1" indent="0">
              <a:buNone/>
            </a:pPr>
            <a:r>
              <a:rPr lang="en-US" dirty="0">
                <a:latin typeface="Roboto"/>
                <a:ea typeface="Roboto"/>
                <a:cs typeface="Roboto"/>
              </a:rPr>
              <a:t>	</a:t>
            </a:r>
          </a:p>
        </p:txBody>
      </p:sp>
    </p:spTree>
    <p:custDataLst>
      <p:tags r:id="rId1"/>
    </p:custDataLst>
    <p:extLst>
      <p:ext uri="{BB962C8B-B14F-4D97-AF65-F5344CB8AC3E}">
        <p14:creationId xmlns:p14="http://schemas.microsoft.com/office/powerpoint/2010/main" val="2472125161"/>
      </p:ext>
    </p:extLst>
  </p:cSld>
  <p:clrMapOvr>
    <a:masterClrMapping/>
  </p:clrMapOvr>
  <mc:AlternateContent xmlns:mc="http://schemas.openxmlformats.org/markup-compatibility/2006" xmlns:p14="http://schemas.microsoft.com/office/powerpoint/2010/main">
    <mc:Choice Requires="p14">
      <p:transition spd="slow" p14:dur="2000" advTm="102963"/>
    </mc:Choice>
    <mc:Fallback xmlns="">
      <p:transition spd="slow" advTm="10296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592E43B-71EF-6B2C-6146-C8F619DE033B}"/>
              </a:ext>
            </a:extLst>
          </p:cNvPr>
          <p:cNvSpPr>
            <a:spLocks noGrp="1"/>
          </p:cNvSpPr>
          <p:nvPr>
            <p:ph idx="1"/>
          </p:nvPr>
        </p:nvSpPr>
        <p:spPr>
          <a:xfrm>
            <a:off x="359999" y="1620000"/>
            <a:ext cx="3569975" cy="4680000"/>
          </a:xfrm>
        </p:spPr>
        <p:txBody>
          <a:bodyPr/>
          <a:lstStyle/>
          <a:p>
            <a:r>
              <a:rPr lang="en-US"/>
              <a:t>Open word </a:t>
            </a:r>
            <a:r>
              <a:rPr lang="en-US" b="1"/>
              <a:t>online</a:t>
            </a:r>
            <a:r>
              <a:rPr lang="en-US"/>
              <a:t> </a:t>
            </a:r>
            <a:r>
              <a:rPr lang="en-US" b="1"/>
              <a:t>version</a:t>
            </a:r>
            <a:r>
              <a:rPr lang="en-US"/>
              <a:t> and create a new document</a:t>
            </a:r>
          </a:p>
        </p:txBody>
      </p:sp>
      <p:sp>
        <p:nvSpPr>
          <p:cNvPr id="3" name="Titre 2">
            <a:extLst>
              <a:ext uri="{FF2B5EF4-FFF2-40B4-BE49-F238E27FC236}">
                <a16:creationId xmlns:a16="http://schemas.microsoft.com/office/drawing/2014/main" id="{4BCAE74F-5420-F5F3-61A2-7606E8C3E93D}"/>
              </a:ext>
            </a:extLst>
          </p:cNvPr>
          <p:cNvSpPr>
            <a:spLocks noGrp="1"/>
          </p:cNvSpPr>
          <p:nvPr>
            <p:ph type="title"/>
          </p:nvPr>
        </p:nvSpPr>
        <p:spPr/>
        <p:txBody>
          <a:bodyPr/>
          <a:lstStyle/>
          <a:p>
            <a:r>
              <a:rPr lang="en-US"/>
              <a:t>Step 2</a:t>
            </a:r>
          </a:p>
        </p:txBody>
      </p:sp>
      <p:sp>
        <p:nvSpPr>
          <p:cNvPr id="8" name="Espace réservé du contenu 1">
            <a:extLst>
              <a:ext uri="{FF2B5EF4-FFF2-40B4-BE49-F238E27FC236}">
                <a16:creationId xmlns:a16="http://schemas.microsoft.com/office/drawing/2014/main" id="{B8D77529-78EE-86C6-83B6-57FE6E8DD6F2}"/>
              </a:ext>
            </a:extLst>
          </p:cNvPr>
          <p:cNvSpPr txBox="1">
            <a:spLocks/>
          </p:cNvSpPr>
          <p:nvPr/>
        </p:nvSpPr>
        <p:spPr>
          <a:xfrm>
            <a:off x="4311012" y="1620000"/>
            <a:ext cx="3569975" cy="4680000"/>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D12531"/>
              </a:buClr>
              <a:buFont typeface="Wingdings" panose="05000000000000000000" pitchFamily="2" charset="2"/>
              <a:buChar char="§"/>
              <a:defRPr sz="25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914400" indent="-457200" algn="l" defTabSz="914400" rtl="0" eaLnBrk="1" latinLnBrk="0" hangingPunct="1">
              <a:lnSpc>
                <a:spcPct val="90000"/>
              </a:lnSpc>
              <a:spcBef>
                <a:spcPts val="500"/>
              </a:spcBef>
              <a:buClr>
                <a:srgbClr val="D12531"/>
              </a:buClr>
              <a:buFont typeface="Wingdings" panose="05000000000000000000" pitchFamily="2" charset="2"/>
              <a:buChar char="ü"/>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371600" indent="-457200" algn="l" defTabSz="914400" rtl="0" eaLnBrk="1" latinLnBrk="0" hangingPunct="1">
              <a:lnSpc>
                <a:spcPct val="90000"/>
              </a:lnSpc>
              <a:spcBef>
                <a:spcPts val="500"/>
              </a:spcBef>
              <a:buClr>
                <a:srgbClr val="D12531"/>
              </a:buClr>
              <a:buFont typeface="Wingdings" panose="05000000000000000000" pitchFamily="2" charset="2"/>
              <a:buChar char="ü"/>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on Dictate / transcript on the top right of the banner</a:t>
            </a:r>
          </a:p>
        </p:txBody>
      </p:sp>
      <p:sp>
        <p:nvSpPr>
          <p:cNvPr id="15" name="Espace réservé du contenu 1">
            <a:extLst>
              <a:ext uri="{FF2B5EF4-FFF2-40B4-BE49-F238E27FC236}">
                <a16:creationId xmlns:a16="http://schemas.microsoft.com/office/drawing/2014/main" id="{658C5AFE-90EF-BC05-96DA-0F0C842E9344}"/>
              </a:ext>
            </a:extLst>
          </p:cNvPr>
          <p:cNvSpPr txBox="1">
            <a:spLocks/>
          </p:cNvSpPr>
          <p:nvPr/>
        </p:nvSpPr>
        <p:spPr>
          <a:xfrm>
            <a:off x="7929702" y="1620000"/>
            <a:ext cx="3569975" cy="4680000"/>
          </a:xfrm>
          <a:prstGeom prst="rect">
            <a:avLst/>
          </a:prstGeom>
        </p:spPr>
        <p:txBody>
          <a:bodyPr vert="horz" lIns="91440" tIns="45720" rIns="91440" bIns="45720" rtlCol="0" anchor="t">
            <a:normAutofit/>
          </a:bodyPr>
          <a:lstStyle>
            <a:lvl1pPr marL="457200" indent="-457200" algn="l" defTabSz="914400" rtl="0" eaLnBrk="1" latinLnBrk="0" hangingPunct="1">
              <a:lnSpc>
                <a:spcPct val="90000"/>
              </a:lnSpc>
              <a:spcBef>
                <a:spcPts val="1000"/>
              </a:spcBef>
              <a:buClr>
                <a:srgbClr val="D12531"/>
              </a:buClr>
              <a:buFont typeface="Wingdings" panose="05000000000000000000" pitchFamily="2" charset="2"/>
              <a:buChar char="§"/>
              <a:defRPr sz="25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914400" indent="-457200" algn="l" defTabSz="914400" rtl="0" eaLnBrk="1" latinLnBrk="0" hangingPunct="1">
              <a:lnSpc>
                <a:spcPct val="90000"/>
              </a:lnSpc>
              <a:spcBef>
                <a:spcPts val="500"/>
              </a:spcBef>
              <a:buClr>
                <a:srgbClr val="D12531"/>
              </a:buClr>
              <a:buFont typeface="Wingdings" panose="05000000000000000000" pitchFamily="2" charset="2"/>
              <a:buChar char="ü"/>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371600" indent="-457200" algn="l" defTabSz="914400" rtl="0" eaLnBrk="1" latinLnBrk="0" hangingPunct="1">
              <a:lnSpc>
                <a:spcPct val="90000"/>
              </a:lnSpc>
              <a:spcBef>
                <a:spcPts val="500"/>
              </a:spcBef>
              <a:buClr>
                <a:srgbClr val="D12531"/>
              </a:buClr>
              <a:buFont typeface="Wingdings" panose="05000000000000000000" pitchFamily="2" charset="2"/>
              <a:buChar char="ü"/>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Roboto"/>
                <a:ea typeface="Roboto"/>
                <a:cs typeface="Roboto"/>
              </a:rPr>
              <a:t>Click on Upload audio, then select it on the folder window</a:t>
            </a:r>
          </a:p>
        </p:txBody>
      </p:sp>
      <p:pic>
        <p:nvPicPr>
          <p:cNvPr id="4" name="Picture 5" descr="Graphical user interface, application, Word&#10;&#10;Description automatically generated">
            <a:extLst>
              <a:ext uri="{FF2B5EF4-FFF2-40B4-BE49-F238E27FC236}">
                <a16:creationId xmlns:a16="http://schemas.microsoft.com/office/drawing/2014/main" id="{9AC914D1-9401-65F8-8518-77B873DF32D8}"/>
              </a:ext>
            </a:extLst>
          </p:cNvPr>
          <p:cNvPicPr>
            <a:picLocks noChangeAspect="1"/>
          </p:cNvPicPr>
          <p:nvPr/>
        </p:nvPicPr>
        <p:blipFill>
          <a:blip r:embed="rId2"/>
          <a:stretch>
            <a:fillRect/>
          </a:stretch>
        </p:blipFill>
        <p:spPr>
          <a:xfrm>
            <a:off x="4467446" y="3070477"/>
            <a:ext cx="3434316" cy="1381579"/>
          </a:xfrm>
          <a:prstGeom prst="rect">
            <a:avLst/>
          </a:prstGeom>
        </p:spPr>
      </p:pic>
      <p:pic>
        <p:nvPicPr>
          <p:cNvPr id="6" name="Picture 6" descr="Graphical user interface, text, application&#10;&#10;Description automatically generated">
            <a:extLst>
              <a:ext uri="{FF2B5EF4-FFF2-40B4-BE49-F238E27FC236}">
                <a16:creationId xmlns:a16="http://schemas.microsoft.com/office/drawing/2014/main" id="{951FF1D4-7D71-41E6-1280-131D64144359}"/>
              </a:ext>
            </a:extLst>
          </p:cNvPr>
          <p:cNvPicPr>
            <a:picLocks noChangeAspect="1"/>
          </p:cNvPicPr>
          <p:nvPr/>
        </p:nvPicPr>
        <p:blipFill>
          <a:blip r:embed="rId3"/>
          <a:stretch>
            <a:fillRect/>
          </a:stretch>
        </p:blipFill>
        <p:spPr>
          <a:xfrm>
            <a:off x="8419214" y="3115090"/>
            <a:ext cx="2920409" cy="3330263"/>
          </a:xfrm>
          <a:prstGeom prst="rect">
            <a:avLst/>
          </a:prstGeom>
        </p:spPr>
      </p:pic>
      <p:pic>
        <p:nvPicPr>
          <p:cNvPr id="7" name="Picture 8" descr="Graphical user interface, application&#10;&#10;Description automatically generated">
            <a:extLst>
              <a:ext uri="{FF2B5EF4-FFF2-40B4-BE49-F238E27FC236}">
                <a16:creationId xmlns:a16="http://schemas.microsoft.com/office/drawing/2014/main" id="{F3F5CC02-1521-65A8-972E-C7BF14BFC3B4}"/>
              </a:ext>
            </a:extLst>
          </p:cNvPr>
          <p:cNvPicPr>
            <a:picLocks noChangeAspect="1"/>
          </p:cNvPicPr>
          <p:nvPr/>
        </p:nvPicPr>
        <p:blipFill>
          <a:blip r:embed="rId4"/>
          <a:stretch>
            <a:fillRect/>
          </a:stretch>
        </p:blipFill>
        <p:spPr>
          <a:xfrm>
            <a:off x="932121" y="2911449"/>
            <a:ext cx="2743200" cy="3143892"/>
          </a:xfrm>
          <a:prstGeom prst="rect">
            <a:avLst/>
          </a:prstGeom>
        </p:spPr>
      </p:pic>
    </p:spTree>
    <p:extLst>
      <p:ext uri="{BB962C8B-B14F-4D97-AF65-F5344CB8AC3E}">
        <p14:creationId xmlns:p14="http://schemas.microsoft.com/office/powerpoint/2010/main" val="2128224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88D7893-875F-FB82-ACBD-177B959423E8}"/>
              </a:ext>
            </a:extLst>
          </p:cNvPr>
          <p:cNvSpPr>
            <a:spLocks noGrp="1"/>
          </p:cNvSpPr>
          <p:nvPr>
            <p:ph idx="1"/>
          </p:nvPr>
        </p:nvSpPr>
        <p:spPr>
          <a:xfrm>
            <a:off x="360000" y="1620000"/>
            <a:ext cx="3459728" cy="4680000"/>
          </a:xfrm>
        </p:spPr>
        <p:txBody>
          <a:bodyPr/>
          <a:lstStyle/>
          <a:p>
            <a:r>
              <a:rPr lang="en-US"/>
              <a:t>Click on </a:t>
            </a:r>
            <a:r>
              <a:rPr lang="en-US" b="1" i="1"/>
              <a:t>Add to document</a:t>
            </a:r>
            <a:r>
              <a:rPr lang="en-US"/>
              <a:t> and select the option needed</a:t>
            </a:r>
          </a:p>
        </p:txBody>
      </p:sp>
      <p:sp>
        <p:nvSpPr>
          <p:cNvPr id="3" name="Titre 2">
            <a:extLst>
              <a:ext uri="{FF2B5EF4-FFF2-40B4-BE49-F238E27FC236}">
                <a16:creationId xmlns:a16="http://schemas.microsoft.com/office/drawing/2014/main" id="{762C271E-2ED8-F482-3150-7A4EAD6A4802}"/>
              </a:ext>
            </a:extLst>
          </p:cNvPr>
          <p:cNvSpPr>
            <a:spLocks noGrp="1"/>
          </p:cNvSpPr>
          <p:nvPr>
            <p:ph type="title"/>
          </p:nvPr>
        </p:nvSpPr>
        <p:spPr/>
        <p:txBody>
          <a:bodyPr/>
          <a:lstStyle/>
          <a:p>
            <a:endParaRPr lang="en-US"/>
          </a:p>
        </p:txBody>
      </p:sp>
      <p:sp>
        <p:nvSpPr>
          <p:cNvPr id="8" name="Espace réservé du contenu 1">
            <a:extLst>
              <a:ext uri="{FF2B5EF4-FFF2-40B4-BE49-F238E27FC236}">
                <a16:creationId xmlns:a16="http://schemas.microsoft.com/office/drawing/2014/main" id="{E2AFA897-4C41-C76E-F15E-6079371E930C}"/>
              </a:ext>
            </a:extLst>
          </p:cNvPr>
          <p:cNvSpPr txBox="1">
            <a:spLocks/>
          </p:cNvSpPr>
          <p:nvPr/>
        </p:nvSpPr>
        <p:spPr>
          <a:xfrm>
            <a:off x="4981906" y="1620000"/>
            <a:ext cx="5296987" cy="4680000"/>
          </a:xfrm>
          <a:prstGeom prst="rect">
            <a:avLst/>
          </a:prstGeom>
        </p:spPr>
        <p:txBody>
          <a:bodyPr vert="horz" lIns="91440" tIns="45720" rIns="91440" bIns="45720" rtlCol="0" anchor="t">
            <a:normAutofit/>
          </a:bodyPr>
          <a:lstStyle>
            <a:lvl1pPr marL="457200" indent="-457200" algn="l" defTabSz="914400" rtl="0" eaLnBrk="1" latinLnBrk="0" hangingPunct="1">
              <a:lnSpc>
                <a:spcPct val="90000"/>
              </a:lnSpc>
              <a:spcBef>
                <a:spcPts val="1000"/>
              </a:spcBef>
              <a:buClr>
                <a:srgbClr val="D12531"/>
              </a:buClr>
              <a:buFont typeface="Wingdings" panose="05000000000000000000" pitchFamily="2" charset="2"/>
              <a:buChar char="§"/>
              <a:defRPr sz="25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914400" indent="-457200" algn="l" defTabSz="914400" rtl="0" eaLnBrk="1" latinLnBrk="0" hangingPunct="1">
              <a:lnSpc>
                <a:spcPct val="90000"/>
              </a:lnSpc>
              <a:spcBef>
                <a:spcPts val="500"/>
              </a:spcBef>
              <a:buClr>
                <a:srgbClr val="D12531"/>
              </a:buClr>
              <a:buFont typeface="Wingdings" panose="05000000000000000000" pitchFamily="2" charset="2"/>
              <a:buChar char="ü"/>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371600" indent="-457200" algn="l" defTabSz="914400" rtl="0" eaLnBrk="1" latinLnBrk="0" hangingPunct="1">
              <a:lnSpc>
                <a:spcPct val="90000"/>
              </a:lnSpc>
              <a:spcBef>
                <a:spcPts val="500"/>
              </a:spcBef>
              <a:buClr>
                <a:srgbClr val="D12531"/>
              </a:buClr>
              <a:buFont typeface="Wingdings" panose="05000000000000000000" pitchFamily="2" charset="2"/>
              <a:buChar char="ü"/>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Roboto"/>
                <a:ea typeface="Roboto"/>
                <a:cs typeface="Roboto"/>
              </a:rPr>
              <a:t>You now have a transcript of the audio ready to be checked and used for a script.</a:t>
            </a:r>
            <a:endParaRPr lang="en-US" b="1" i="1"/>
          </a:p>
        </p:txBody>
      </p:sp>
      <p:pic>
        <p:nvPicPr>
          <p:cNvPr id="6" name="Picture 8" descr="Graphical user interface, text, application&#10;&#10;Description automatically generated">
            <a:extLst>
              <a:ext uri="{FF2B5EF4-FFF2-40B4-BE49-F238E27FC236}">
                <a16:creationId xmlns:a16="http://schemas.microsoft.com/office/drawing/2014/main" id="{FA619155-481E-7402-B2D1-64D2DCD2F496}"/>
              </a:ext>
            </a:extLst>
          </p:cNvPr>
          <p:cNvPicPr>
            <a:picLocks noChangeAspect="1"/>
          </p:cNvPicPr>
          <p:nvPr/>
        </p:nvPicPr>
        <p:blipFill>
          <a:blip r:embed="rId2"/>
          <a:stretch>
            <a:fillRect/>
          </a:stretch>
        </p:blipFill>
        <p:spPr>
          <a:xfrm>
            <a:off x="5566144" y="2805859"/>
            <a:ext cx="4364665" cy="3868979"/>
          </a:xfrm>
          <a:prstGeom prst="rect">
            <a:avLst/>
          </a:prstGeom>
        </p:spPr>
      </p:pic>
      <p:pic>
        <p:nvPicPr>
          <p:cNvPr id="9" name="Picture 9" descr="Graphical user interface, text, application, chat or text message&#10;&#10;Description automatically generated">
            <a:extLst>
              <a:ext uri="{FF2B5EF4-FFF2-40B4-BE49-F238E27FC236}">
                <a16:creationId xmlns:a16="http://schemas.microsoft.com/office/drawing/2014/main" id="{73A59164-932B-96C1-1114-E5B256477A88}"/>
              </a:ext>
            </a:extLst>
          </p:cNvPr>
          <p:cNvPicPr>
            <a:picLocks noChangeAspect="1"/>
          </p:cNvPicPr>
          <p:nvPr/>
        </p:nvPicPr>
        <p:blipFill>
          <a:blip r:embed="rId3"/>
          <a:stretch>
            <a:fillRect/>
          </a:stretch>
        </p:blipFill>
        <p:spPr>
          <a:xfrm>
            <a:off x="489098" y="3200630"/>
            <a:ext cx="3319130" cy="2397181"/>
          </a:xfrm>
          <a:prstGeom prst="rect">
            <a:avLst/>
          </a:prstGeom>
        </p:spPr>
      </p:pic>
    </p:spTree>
    <p:extLst>
      <p:ext uri="{BB962C8B-B14F-4D97-AF65-F5344CB8AC3E}">
        <p14:creationId xmlns:p14="http://schemas.microsoft.com/office/powerpoint/2010/main" val="7946435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SLIDE_COUNT" val="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TIMING" val="|6|10.7|24.7|15.1|16.4"/>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TIMING" val="|15.1|11.2|4.3|3.1|3.4|23.4|10.6|19.9"/>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TIMING" val="|15.1|11.2|4.3|3.1|3.4|23.4|10.6|19.9"/>
  <p:tag name="ARTICULATE_SLIDE_THUMBNAIL_REFRESH" val="1"/>
</p:tagLst>
</file>

<file path=ppt/theme/theme1.xml><?xml version="1.0" encoding="utf-8"?>
<a:theme xmlns:a="http://schemas.openxmlformats.org/drawingml/2006/main" name="Cover and Divd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PIFY SLK Video Tutorial Template.pptx" id="{C15FCC68-EB25-4826-96F5-0A64FFE0CA0F}" vid="{5A73A7BC-E5BE-4085-ADB1-0232A46D9C97}"/>
    </a:ext>
  </a:extLst>
</a:theme>
</file>

<file path=ppt/theme/theme2.xml><?xml version="1.0" encoding="utf-8"?>
<a:theme xmlns:a="http://schemas.openxmlformats.org/drawingml/2006/main" name="Custom Design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PIFY SLK Video Tutorial Template.pptx" id="{C15FCC68-EB25-4826-96F5-0A64FFE0CA0F}" vid="{BC6F04C2-E774-4FAF-B2DB-01391D4DE45C}"/>
    </a:ext>
  </a:extLst>
</a:theme>
</file>

<file path=ppt/theme/theme3.xml><?xml version="1.0" encoding="utf-8"?>
<a:theme xmlns:a="http://schemas.openxmlformats.org/drawingml/2006/main" name="Timelin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PIFY SLK Video Tutorial Template.pptx" id="{C15FCC68-EB25-4826-96F5-0A64FFE0CA0F}" vid="{76D91489-B72D-4A04-B8B6-A69731D1A9F3}"/>
    </a:ext>
  </a:extLst>
</a:theme>
</file>

<file path=ppt/theme/theme4.xml><?xml version="1.0" encoding="utf-8"?>
<a:theme xmlns:a="http://schemas.openxmlformats.org/drawingml/2006/main" name="En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PIFY SLK Video Tutorial Template.pptx" id="{C15FCC68-EB25-4826-96F5-0A64FFE0CA0F}" vid="{819E3B97-951B-44E4-ABFB-D14998EBE91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31E95EA1F586458AF07F3DE8617C42" ma:contentTypeVersion="28" ma:contentTypeDescription="Create a new document." ma:contentTypeScope="" ma:versionID="c70f31d8df682a60bc7436203c6f55ff">
  <xsd:schema xmlns:xsd="http://www.w3.org/2001/XMLSchema" xmlns:xs="http://www.w3.org/2001/XMLSchema" xmlns:p="http://schemas.microsoft.com/office/2006/metadata/properties" xmlns:ns2="36e2c0aa-e511-445f-8039-2569a9f10996" xmlns:ns3="fa118952-da23-46fc-a354-c6ad1374654c" targetNamespace="http://schemas.microsoft.com/office/2006/metadata/properties" ma:root="true" ma:fieldsID="b5b80178e11ca7039d2399b3dcd2409f" ns2:_="" ns3:_="">
    <xsd:import namespace="36e2c0aa-e511-445f-8039-2569a9f10996"/>
    <xsd:import namespace="fa118952-da23-46fc-a354-c6ad1374654c"/>
    <xsd:element name="properties">
      <xsd:complexType>
        <xsd:sequence>
          <xsd:element name="documentManagement">
            <xsd:complexType>
              <xsd:all>
                <xsd:element ref="ns2:MediaServiceMetadata" minOccurs="0"/>
                <xsd:element ref="ns2:MediaServiceFastMetadata" minOccurs="0"/>
                <xsd:element ref="ns2:MediaServiceAutoTag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2:_ApprovalAssignedTo" minOccurs="0"/>
                <xsd:element ref="ns2:_ApprovalRespondedBy" minOccurs="0"/>
                <xsd:element ref="ns2:_ApprovalSentBy" minOccurs="0"/>
                <xsd:element ref="ns2:_ApprovalStatus" minOccurs="0"/>
                <xsd:element ref="ns2:SenttoAP"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2c0aa-e511-445f-8039-2569a9f109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446fa58-7adc-4f96-943c-3685cd4d852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ApprovalAssignedTo" ma:index="27" nillable="true" ma:displayName="Approver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8" nillable="true" ma:displayName="Responses"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9" nillable="true" ma:displayName="Approval Creator"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30" nillable="true" ma:displayName="Approval status" ma:internalName="_ApprovalStatus" ma:readOnly="true">
      <xsd:simpleType>
        <xsd:restriction base="dms:Unknown"/>
      </xsd:simpleType>
    </xsd:element>
    <xsd:element name="SenttoAP" ma:index="31" nillable="true" ma:displayName="Sent to AP" ma:description="Check this box if the invoice was emailed to the appropriate AP contact." ma:format="Dropdown" ma:internalName="SenttoAP">
      <xsd:simpleType>
        <xsd:restriction base="dms:Choice">
          <xsd:enumeration value="Sent"/>
          <xsd:enumeration value="Not Sent"/>
          <xsd:enumeration value="Choice 3"/>
        </xsd:restriction>
      </xsd:simpleType>
    </xsd:element>
  </xsd:schema>
  <xsd:schema xmlns:xsd="http://www.w3.org/2001/XMLSchema" xmlns:xs="http://www.w3.org/2001/XMLSchema" xmlns:dms="http://schemas.microsoft.com/office/2006/documentManagement/types" xmlns:pc="http://schemas.microsoft.com/office/infopath/2007/PartnerControls" targetNamespace="fa118952-da23-46fc-a354-c6ad1374654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e57cc56-6c9f-4f5f-88a5-42ee222f1f4c}" ma:internalName="TaxCatchAll" ma:showField="CatchAllData" ma:web="fa118952-da23-46fc-a354-c6ad137465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a118952-da23-46fc-a354-c6ad1374654c" xsi:nil="true"/>
    <lcf76f155ced4ddcb4097134ff3c332f xmlns="36e2c0aa-e511-445f-8039-2569a9f10996">
      <Terms xmlns="http://schemas.microsoft.com/office/infopath/2007/PartnerControls"/>
    </lcf76f155ced4ddcb4097134ff3c332f>
    <SenttoAP xmlns="36e2c0aa-e511-445f-8039-2569a9f10996" xsi:nil="true"/>
    <_ApprovalAssignedTo xmlns="36e2c0aa-e511-445f-8039-2569a9f10996">
      <UserInfo>
        <DisplayName/>
        <AccountId xsi:nil="true"/>
        <AccountType/>
      </UserInfo>
    </_ApprovalAssignedTo>
    <_ApprovalSentBy xmlns="36e2c0aa-e511-445f-8039-2569a9f10996">
      <UserInfo>
        <DisplayName/>
        <AccountId xsi:nil="true"/>
        <AccountType/>
      </UserInfo>
    </_ApprovalSentBy>
    <_ApprovalStatus xmlns="36e2c0aa-e511-445f-8039-2569a9f10996">0</_ApprovalStatus>
    <_ApprovalRespondedBy xmlns="36e2c0aa-e511-445f-8039-2569a9f10996">
      <UserInfo>
        <DisplayName/>
        <AccountId xsi:nil="true"/>
        <AccountType/>
      </UserInfo>
    </_ApprovalRespondedBy>
  </documentManagement>
</p:properties>
</file>

<file path=customXml/itemProps1.xml><?xml version="1.0" encoding="utf-8"?>
<ds:datastoreItem xmlns:ds="http://schemas.openxmlformats.org/officeDocument/2006/customXml" ds:itemID="{A81B83C8-4199-4BA1-AC21-2CDEF9931C0E}"/>
</file>

<file path=customXml/itemProps2.xml><?xml version="1.0" encoding="utf-8"?>
<ds:datastoreItem xmlns:ds="http://schemas.openxmlformats.org/officeDocument/2006/customXml" ds:itemID="{48BAA835-B8AF-4AF3-B39C-08B4EE8818CA}">
  <ds:schemaRefs>
    <ds:schemaRef ds:uri="http://schemas.microsoft.com/sharepoint/v3/contenttype/forms"/>
  </ds:schemaRefs>
</ds:datastoreItem>
</file>

<file path=customXml/itemProps3.xml><?xml version="1.0" encoding="utf-8"?>
<ds:datastoreItem xmlns:ds="http://schemas.openxmlformats.org/officeDocument/2006/customXml" ds:itemID="{EC3F81A0-0BEF-4344-8973-E1EC47FD2E8A}">
  <ds:schemaRefs>
    <ds:schemaRef ds:uri="http://schemas.microsoft.com/office/2006/documentManagement/types"/>
    <ds:schemaRef ds:uri="http://purl.org/dc/dcmitype/"/>
    <ds:schemaRef ds:uri="http://schemas.microsoft.com/office/2006/metadata/properties"/>
    <ds:schemaRef ds:uri="36e2c0aa-e511-445f-8039-2569a9f10996"/>
    <ds:schemaRef ds:uri="http://purl.org/dc/elements/1.1/"/>
    <ds:schemaRef ds:uri="http://www.w3.org/XML/1998/namespace"/>
    <ds:schemaRef ds:uri="fa118952-da23-46fc-a354-c6ad1374654c"/>
    <ds:schemaRef ds:uri="http://schemas.microsoft.com/office/infopath/2007/PartnerControl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AMPLPIFY SLK Video Tutorial Template (3)</Template>
  <TotalTime>0</TotalTime>
  <Words>195</Words>
  <Application>Microsoft Office PowerPoint</Application>
  <PresentationFormat>Grand écran</PresentationFormat>
  <Paragraphs>44</Paragraphs>
  <Slides>6</Slides>
  <Notes>0</Notes>
  <HiddenSlides>0</HiddenSlides>
  <MMClips>0</MMClips>
  <ScaleCrop>false</ScaleCrop>
  <HeadingPairs>
    <vt:vector size="4" baseType="variant">
      <vt:variant>
        <vt:lpstr>Thème</vt:lpstr>
      </vt:variant>
      <vt:variant>
        <vt:i4>4</vt:i4>
      </vt:variant>
      <vt:variant>
        <vt:lpstr>Titres des diapositives</vt:lpstr>
      </vt:variant>
      <vt:variant>
        <vt:i4>6</vt:i4>
      </vt:variant>
    </vt:vector>
  </HeadingPairs>
  <TitlesOfParts>
    <vt:vector size="10" baseType="lpstr">
      <vt:lpstr>Cover and Divder</vt:lpstr>
      <vt:lpstr>Custom Designs</vt:lpstr>
      <vt:lpstr>Timeline</vt:lpstr>
      <vt:lpstr>End</vt:lpstr>
      <vt:lpstr>How to get a script from existing audio file</vt:lpstr>
      <vt:lpstr>Process Info</vt:lpstr>
      <vt:lpstr>Summary</vt:lpstr>
      <vt:lpstr>Step 1</vt:lpstr>
      <vt:lpstr>Step 2</vt:lpstr>
      <vt:lpstr>Présentation PowerPoint</vt:lpstr>
    </vt:vector>
  </TitlesOfParts>
  <Company>Axway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AMPLIFY SLK video</dc:title>
  <dc:creator>Damien Lerminiaux</dc:creator>
  <cp:lastModifiedBy>Annarose Peterson</cp:lastModifiedBy>
  <cp:revision>3</cp:revision>
  <dcterms:created xsi:type="dcterms:W3CDTF">2019-08-05T11:02:20Z</dcterms:created>
  <dcterms:modified xsi:type="dcterms:W3CDTF">2025-11-07T09:32:52Z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9e66e6fb-5ce5-487e-9c37-31d770e44fed</vt:lpwstr>
  </property>
  <property fmtid="{D5CDD505-2E9C-101B-9397-08002B2CF9AE}" pid="3" name="ArticulateGUID">
    <vt:lpwstr>E6257394-D6F5-4196-A980-14D6627F276F</vt:lpwstr>
  </property>
  <property fmtid="{D5CDD505-2E9C-101B-9397-08002B2CF9AE}" pid="4" name="ArticulatePath">
    <vt:lpwstr>AMPLIFY SLK Intro Template_2</vt:lpwstr>
  </property>
  <property fmtid="{D5CDD505-2E9C-101B-9397-08002B2CF9AE}" pid="5" name="ContentTypeId">
    <vt:lpwstr>0x0101004A31E95EA1F586458AF07F3DE8617C42</vt:lpwstr>
  </property>
  <property fmtid="{D5CDD505-2E9C-101B-9397-08002B2CF9AE}" pid="6" name="MediaServiceImageTags">
    <vt:lpwstr/>
  </property>
  <property fmtid="{D5CDD505-2E9C-101B-9397-08002B2CF9AE}" pid="7" name="MSIP_Label_d68af6de-cd8b-46d2-a1d5-482b920c67c1_Enabled">
    <vt:lpwstr>true</vt:lpwstr>
  </property>
  <property fmtid="{D5CDD505-2E9C-101B-9397-08002B2CF9AE}" pid="8" name="MSIP_Label_d68af6de-cd8b-46d2-a1d5-482b920c67c1_SetDate">
    <vt:lpwstr>2025-11-07T09:32:31Z</vt:lpwstr>
  </property>
  <property fmtid="{D5CDD505-2E9C-101B-9397-08002B2CF9AE}" pid="9" name="MSIP_Label_d68af6de-cd8b-46d2-a1d5-482b920c67c1_Method">
    <vt:lpwstr>Standard</vt:lpwstr>
  </property>
  <property fmtid="{D5CDD505-2E9C-101B-9397-08002B2CF9AE}" pid="10" name="MSIP_Label_d68af6de-cd8b-46d2-a1d5-482b920c67c1_Name">
    <vt:lpwstr>d68af6de-cd8b-46d2-a1d5-482b920c67c1</vt:lpwstr>
  </property>
  <property fmtid="{D5CDD505-2E9C-101B-9397-08002B2CF9AE}" pid="11" name="MSIP_Label_d68af6de-cd8b-46d2-a1d5-482b920c67c1_SiteId">
    <vt:lpwstr>300f59df-78e6-436f-9b27-b64973e34f7d</vt:lpwstr>
  </property>
  <property fmtid="{D5CDD505-2E9C-101B-9397-08002B2CF9AE}" pid="12" name="MSIP_Label_d68af6de-cd8b-46d2-a1d5-482b920c67c1_ActionId">
    <vt:lpwstr>a8b09014-5b35-477f-95d5-77a167d9fac0</vt:lpwstr>
  </property>
  <property fmtid="{D5CDD505-2E9C-101B-9397-08002B2CF9AE}" pid="13" name="MSIP_Label_d68af6de-cd8b-46d2-a1d5-482b920c67c1_ContentBits">
    <vt:lpwstr>0</vt:lpwstr>
  </property>
  <property fmtid="{D5CDD505-2E9C-101B-9397-08002B2CF9AE}" pid="14" name="MSIP_Label_d68af6de-cd8b-46d2-a1d5-482b920c67c1_Tag">
    <vt:lpwstr>10, 3, 0, 2</vt:lpwstr>
  </property>
</Properties>
</file>