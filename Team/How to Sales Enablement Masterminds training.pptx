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96" r:id="rId5"/>
    <p:sldMasterId id="2147483681" r:id="rId6"/>
    <p:sldMasterId id="2147483685" r:id="rId7"/>
  </p:sldMasterIdLst>
  <p:notesMasterIdLst>
    <p:notesMasterId r:id="rId20"/>
  </p:notesMasterIdLst>
  <p:sldIdLst>
    <p:sldId id="715" r:id="rId8"/>
    <p:sldId id="716" r:id="rId9"/>
    <p:sldId id="733" r:id="rId10"/>
    <p:sldId id="731" r:id="rId11"/>
    <p:sldId id="734" r:id="rId12"/>
    <p:sldId id="735" r:id="rId13"/>
    <p:sldId id="736" r:id="rId14"/>
    <p:sldId id="737" r:id="rId15"/>
    <p:sldId id="738" r:id="rId16"/>
    <p:sldId id="740" r:id="rId17"/>
    <p:sldId id="739" r:id="rId18"/>
    <p:sldId id="732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o Locarnini" initials="ML" lastIdx="2" clrIdx="0">
    <p:extLst>
      <p:ext uri="{19B8F6BF-5375-455C-9EA6-DF929625EA0E}">
        <p15:presenceInfo xmlns:p15="http://schemas.microsoft.com/office/powerpoint/2012/main" userId="Mauro Locarnin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80"/>
    <a:srgbClr val="203864"/>
    <a:srgbClr val="2B7483"/>
    <a:srgbClr val="FFFF00"/>
    <a:srgbClr val="972960"/>
    <a:srgbClr val="6C1D45"/>
    <a:srgbClr val="E7E6E6"/>
    <a:srgbClr val="FFFFFF"/>
    <a:srgbClr val="43A7BE"/>
    <a:srgbClr val="6F7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B68512-D08D-474F-A50F-38505462CBBE}" v="9" dt="2023-06-23T17:56:53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rose Peterson" userId="1d91a84d-1cd8-42fd-8dff-7c290ec9d83a" providerId="ADAL" clId="{1DB68512-D08D-474F-A50F-38505462CBBE}"/>
    <pc:docChg chg="custSel addSld modSld sldOrd">
      <pc:chgData name="Annarose Peterson" userId="1d91a84d-1cd8-42fd-8dff-7c290ec9d83a" providerId="ADAL" clId="{1DB68512-D08D-474F-A50F-38505462CBBE}" dt="2023-06-23T18:08:10.047" v="5597" actId="20577"/>
      <pc:docMkLst>
        <pc:docMk/>
      </pc:docMkLst>
      <pc:sldChg chg="modSp mod">
        <pc:chgData name="Annarose Peterson" userId="1d91a84d-1cd8-42fd-8dff-7c290ec9d83a" providerId="ADAL" clId="{1DB68512-D08D-474F-A50F-38505462CBBE}" dt="2023-06-22T22:15:02.150" v="75" actId="20577"/>
        <pc:sldMkLst>
          <pc:docMk/>
          <pc:sldMk cId="3356189839" sldId="715"/>
        </pc:sldMkLst>
        <pc:spChg chg="mod">
          <ac:chgData name="Annarose Peterson" userId="1d91a84d-1cd8-42fd-8dff-7c290ec9d83a" providerId="ADAL" clId="{1DB68512-D08D-474F-A50F-38505462CBBE}" dt="2023-06-22T22:14:50.267" v="38" actId="14100"/>
          <ac:spMkLst>
            <pc:docMk/>
            <pc:sldMk cId="3356189839" sldId="715"/>
            <ac:spMk id="7" creationId="{5BF62E13-6B69-2C14-A07A-0F5EB4A40CFA}"/>
          </ac:spMkLst>
        </pc:spChg>
        <pc:spChg chg="mod">
          <ac:chgData name="Annarose Peterson" userId="1d91a84d-1cd8-42fd-8dff-7c290ec9d83a" providerId="ADAL" clId="{1DB68512-D08D-474F-A50F-38505462CBBE}" dt="2023-06-22T22:15:02.150" v="75" actId="20577"/>
          <ac:spMkLst>
            <pc:docMk/>
            <pc:sldMk cId="3356189839" sldId="715"/>
            <ac:spMk id="10" creationId="{20BC646B-5316-7B6B-DC9C-8124AA6D96CD}"/>
          </ac:spMkLst>
        </pc:spChg>
      </pc:sldChg>
      <pc:sldChg chg="modSp mod">
        <pc:chgData name="Annarose Peterson" userId="1d91a84d-1cd8-42fd-8dff-7c290ec9d83a" providerId="ADAL" clId="{1DB68512-D08D-474F-A50F-38505462CBBE}" dt="2023-06-22T22:15:32.252" v="216" actId="20577"/>
        <pc:sldMkLst>
          <pc:docMk/>
          <pc:sldMk cId="2768985080" sldId="716"/>
        </pc:sldMkLst>
        <pc:graphicFrameChg chg="modGraphic">
          <ac:chgData name="Annarose Peterson" userId="1d91a84d-1cd8-42fd-8dff-7c290ec9d83a" providerId="ADAL" clId="{1DB68512-D08D-474F-A50F-38505462CBBE}" dt="2023-06-22T22:15:32.252" v="216" actId="20577"/>
          <ac:graphicFrameMkLst>
            <pc:docMk/>
            <pc:sldMk cId="2768985080" sldId="716"/>
            <ac:graphicFrameMk id="4" creationId="{0F1AB8D4-A881-4F94-959F-CB0FDEE93E2D}"/>
          </ac:graphicFrameMkLst>
        </pc:graphicFrameChg>
      </pc:sldChg>
      <pc:sldChg chg="modSp mod">
        <pc:chgData name="Annarose Peterson" userId="1d91a84d-1cd8-42fd-8dff-7c290ec9d83a" providerId="ADAL" clId="{1DB68512-D08D-474F-A50F-38505462CBBE}" dt="2023-06-23T18:00:03.177" v="3864" actId="20577"/>
        <pc:sldMkLst>
          <pc:docMk/>
          <pc:sldMk cId="2472125161" sldId="731"/>
        </pc:sldMkLst>
        <pc:spChg chg="mod">
          <ac:chgData name="Annarose Peterson" userId="1d91a84d-1cd8-42fd-8dff-7c290ec9d83a" providerId="ADAL" clId="{1DB68512-D08D-474F-A50F-38505462CBBE}" dt="2023-06-23T13:57:04.988" v="776" actId="20577"/>
          <ac:spMkLst>
            <pc:docMk/>
            <pc:sldMk cId="2472125161" sldId="731"/>
            <ac:spMk id="2" creationId="{DC3A2FAC-4307-61ED-7568-F58AA35BFE3B}"/>
          </ac:spMkLst>
        </pc:spChg>
        <pc:spChg chg="mod">
          <ac:chgData name="Annarose Peterson" userId="1d91a84d-1cd8-42fd-8dff-7c290ec9d83a" providerId="ADAL" clId="{1DB68512-D08D-474F-A50F-38505462CBBE}" dt="2023-06-23T18:00:03.177" v="3864" actId="20577"/>
          <ac:spMkLst>
            <pc:docMk/>
            <pc:sldMk cId="2472125161" sldId="731"/>
            <ac:spMk id="3" creationId="{46435907-F240-2A8D-02A4-077E701DFF7C}"/>
          </ac:spMkLst>
        </pc:spChg>
      </pc:sldChg>
      <pc:sldChg chg="modSp mod">
        <pc:chgData name="Annarose Peterson" userId="1d91a84d-1cd8-42fd-8dff-7c290ec9d83a" providerId="ADAL" clId="{1DB68512-D08D-474F-A50F-38505462CBBE}" dt="2023-06-23T18:08:10.047" v="5597" actId="20577"/>
        <pc:sldMkLst>
          <pc:docMk/>
          <pc:sldMk cId="4129824686" sldId="732"/>
        </pc:sldMkLst>
        <pc:spChg chg="mod">
          <ac:chgData name="Annarose Peterson" userId="1d91a84d-1cd8-42fd-8dff-7c290ec9d83a" providerId="ADAL" clId="{1DB68512-D08D-474F-A50F-38505462CBBE}" dt="2023-06-23T18:08:10.047" v="5597" actId="20577"/>
          <ac:spMkLst>
            <pc:docMk/>
            <pc:sldMk cId="4129824686" sldId="732"/>
            <ac:spMk id="3" creationId="{F1ADD66A-2A1A-825B-5DCA-07AE21255CED}"/>
          </ac:spMkLst>
        </pc:spChg>
      </pc:sldChg>
      <pc:sldChg chg="modSp new mod ord">
        <pc:chgData name="Annarose Peterson" userId="1d91a84d-1cd8-42fd-8dff-7c290ec9d83a" providerId="ADAL" clId="{1DB68512-D08D-474F-A50F-38505462CBBE}" dt="2023-06-23T13:56:51.213" v="729" actId="14100"/>
        <pc:sldMkLst>
          <pc:docMk/>
          <pc:sldMk cId="1377254934" sldId="733"/>
        </pc:sldMkLst>
        <pc:spChg chg="mod">
          <ac:chgData name="Annarose Peterson" userId="1d91a84d-1cd8-42fd-8dff-7c290ec9d83a" providerId="ADAL" clId="{1DB68512-D08D-474F-A50F-38505462CBBE}" dt="2023-06-23T13:56:51.213" v="729" actId="14100"/>
          <ac:spMkLst>
            <pc:docMk/>
            <pc:sldMk cId="1377254934" sldId="733"/>
            <ac:spMk id="2" creationId="{0DED8B37-293D-87B4-86F8-34AEBFE38491}"/>
          </ac:spMkLst>
        </pc:spChg>
        <pc:spChg chg="mod">
          <ac:chgData name="Annarose Peterson" userId="1d91a84d-1cd8-42fd-8dff-7c290ec9d83a" providerId="ADAL" clId="{1DB68512-D08D-474F-A50F-38505462CBBE}" dt="2023-06-23T13:35:25.806" v="227" actId="20577"/>
          <ac:spMkLst>
            <pc:docMk/>
            <pc:sldMk cId="1377254934" sldId="733"/>
            <ac:spMk id="3" creationId="{17A6B0F2-5125-E0EB-124F-D67C91610417}"/>
          </ac:spMkLst>
        </pc:spChg>
      </pc:sldChg>
      <pc:sldChg chg="modSp new mod">
        <pc:chgData name="Annarose Peterson" userId="1d91a84d-1cd8-42fd-8dff-7c290ec9d83a" providerId="ADAL" clId="{1DB68512-D08D-474F-A50F-38505462CBBE}" dt="2023-06-23T18:07:50.951" v="5522" actId="207"/>
        <pc:sldMkLst>
          <pc:docMk/>
          <pc:sldMk cId="730815908" sldId="734"/>
        </pc:sldMkLst>
        <pc:spChg chg="mod">
          <ac:chgData name="Annarose Peterson" userId="1d91a84d-1cd8-42fd-8dff-7c290ec9d83a" providerId="ADAL" clId="{1DB68512-D08D-474F-A50F-38505462CBBE}" dt="2023-06-23T18:07:50.951" v="5522" actId="207"/>
          <ac:spMkLst>
            <pc:docMk/>
            <pc:sldMk cId="730815908" sldId="734"/>
            <ac:spMk id="2" creationId="{9C4ED3F1-36C1-AA78-799C-34E527260248}"/>
          </ac:spMkLst>
        </pc:spChg>
        <pc:spChg chg="mod">
          <ac:chgData name="Annarose Peterson" userId="1d91a84d-1cd8-42fd-8dff-7c290ec9d83a" providerId="ADAL" clId="{1DB68512-D08D-474F-A50F-38505462CBBE}" dt="2023-06-23T14:48:05.102" v="1023" actId="20577"/>
          <ac:spMkLst>
            <pc:docMk/>
            <pc:sldMk cId="730815908" sldId="734"/>
            <ac:spMk id="3" creationId="{14578966-EB3A-3B72-5A76-4773BB2AD2F3}"/>
          </ac:spMkLst>
        </pc:spChg>
      </pc:sldChg>
      <pc:sldChg chg="modSp new mod">
        <pc:chgData name="Annarose Peterson" userId="1d91a84d-1cd8-42fd-8dff-7c290ec9d83a" providerId="ADAL" clId="{1DB68512-D08D-474F-A50F-38505462CBBE}" dt="2023-06-23T17:23:53.581" v="2264" actId="14100"/>
        <pc:sldMkLst>
          <pc:docMk/>
          <pc:sldMk cId="2427996968" sldId="735"/>
        </pc:sldMkLst>
        <pc:spChg chg="mod">
          <ac:chgData name="Annarose Peterson" userId="1d91a84d-1cd8-42fd-8dff-7c290ec9d83a" providerId="ADAL" clId="{1DB68512-D08D-474F-A50F-38505462CBBE}" dt="2023-06-23T17:23:53.581" v="2264" actId="14100"/>
          <ac:spMkLst>
            <pc:docMk/>
            <pc:sldMk cId="2427996968" sldId="735"/>
            <ac:spMk id="2" creationId="{797997C7-15F7-E127-3B8B-273093BEC7E5}"/>
          </ac:spMkLst>
        </pc:spChg>
        <pc:spChg chg="mod">
          <ac:chgData name="Annarose Peterson" userId="1d91a84d-1cd8-42fd-8dff-7c290ec9d83a" providerId="ADAL" clId="{1DB68512-D08D-474F-A50F-38505462CBBE}" dt="2023-06-23T14:56:04.130" v="1503" actId="27636"/>
          <ac:spMkLst>
            <pc:docMk/>
            <pc:sldMk cId="2427996968" sldId="735"/>
            <ac:spMk id="3" creationId="{969CB414-0362-61D5-2084-35122EE801E2}"/>
          </ac:spMkLst>
        </pc:spChg>
      </pc:sldChg>
      <pc:sldChg chg="modSp add mod">
        <pc:chgData name="Annarose Peterson" userId="1d91a84d-1cd8-42fd-8dff-7c290ec9d83a" providerId="ADAL" clId="{1DB68512-D08D-474F-A50F-38505462CBBE}" dt="2023-06-23T17:34:00.308" v="2333" actId="20577"/>
        <pc:sldMkLst>
          <pc:docMk/>
          <pc:sldMk cId="2031684851" sldId="736"/>
        </pc:sldMkLst>
        <pc:spChg chg="mod">
          <ac:chgData name="Annarose Peterson" userId="1d91a84d-1cd8-42fd-8dff-7c290ec9d83a" providerId="ADAL" clId="{1DB68512-D08D-474F-A50F-38505462CBBE}" dt="2023-06-23T17:34:00.308" v="2333" actId="20577"/>
          <ac:spMkLst>
            <pc:docMk/>
            <pc:sldMk cId="2031684851" sldId="736"/>
            <ac:spMk id="2" creationId="{797997C7-15F7-E127-3B8B-273093BEC7E5}"/>
          </ac:spMkLst>
        </pc:spChg>
        <pc:spChg chg="mod">
          <ac:chgData name="Annarose Peterson" userId="1d91a84d-1cd8-42fd-8dff-7c290ec9d83a" providerId="ADAL" clId="{1DB68512-D08D-474F-A50F-38505462CBBE}" dt="2023-06-23T17:32:57.992" v="2280" actId="20577"/>
          <ac:spMkLst>
            <pc:docMk/>
            <pc:sldMk cId="2031684851" sldId="736"/>
            <ac:spMk id="3" creationId="{969CB414-0362-61D5-2084-35122EE801E2}"/>
          </ac:spMkLst>
        </pc:spChg>
      </pc:sldChg>
      <pc:sldChg chg="modSp add mod">
        <pc:chgData name="Annarose Peterson" userId="1d91a84d-1cd8-42fd-8dff-7c290ec9d83a" providerId="ADAL" clId="{1DB68512-D08D-474F-A50F-38505462CBBE}" dt="2023-06-23T17:46:42.704" v="2527" actId="20577"/>
        <pc:sldMkLst>
          <pc:docMk/>
          <pc:sldMk cId="3303683364" sldId="737"/>
        </pc:sldMkLst>
        <pc:spChg chg="mod">
          <ac:chgData name="Annarose Peterson" userId="1d91a84d-1cd8-42fd-8dff-7c290ec9d83a" providerId="ADAL" clId="{1DB68512-D08D-474F-A50F-38505462CBBE}" dt="2023-06-23T17:46:42.704" v="2527" actId="20577"/>
          <ac:spMkLst>
            <pc:docMk/>
            <pc:sldMk cId="3303683364" sldId="737"/>
            <ac:spMk id="2" creationId="{797997C7-15F7-E127-3B8B-273093BEC7E5}"/>
          </ac:spMkLst>
        </pc:spChg>
        <pc:spChg chg="mod">
          <ac:chgData name="Annarose Peterson" userId="1d91a84d-1cd8-42fd-8dff-7c290ec9d83a" providerId="ADAL" clId="{1DB68512-D08D-474F-A50F-38505462CBBE}" dt="2023-06-23T17:43:57.373" v="2335"/>
          <ac:spMkLst>
            <pc:docMk/>
            <pc:sldMk cId="3303683364" sldId="737"/>
            <ac:spMk id="3" creationId="{969CB414-0362-61D5-2084-35122EE801E2}"/>
          </ac:spMkLst>
        </pc:spChg>
      </pc:sldChg>
      <pc:sldChg chg="addSp modSp new mod">
        <pc:chgData name="Annarose Peterson" userId="1d91a84d-1cd8-42fd-8dff-7c290ec9d83a" providerId="ADAL" clId="{1DB68512-D08D-474F-A50F-38505462CBBE}" dt="2023-06-23T17:56:57.027" v="3371" actId="208"/>
        <pc:sldMkLst>
          <pc:docMk/>
          <pc:sldMk cId="663612487" sldId="738"/>
        </pc:sldMkLst>
        <pc:spChg chg="mod">
          <ac:chgData name="Annarose Peterson" userId="1d91a84d-1cd8-42fd-8dff-7c290ec9d83a" providerId="ADAL" clId="{1DB68512-D08D-474F-A50F-38505462CBBE}" dt="2023-06-23T17:56:44.542" v="3368" actId="20577"/>
          <ac:spMkLst>
            <pc:docMk/>
            <pc:sldMk cId="663612487" sldId="738"/>
            <ac:spMk id="2" creationId="{9D2401DA-2F33-5014-13EA-EDE20FD4CE96}"/>
          </ac:spMkLst>
        </pc:spChg>
        <pc:spChg chg="mod">
          <ac:chgData name="Annarose Peterson" userId="1d91a84d-1cd8-42fd-8dff-7c290ec9d83a" providerId="ADAL" clId="{1DB68512-D08D-474F-A50F-38505462CBBE}" dt="2023-06-23T17:47:00.346" v="2564" actId="20577"/>
          <ac:spMkLst>
            <pc:docMk/>
            <pc:sldMk cId="663612487" sldId="738"/>
            <ac:spMk id="3" creationId="{64B0624B-41B1-5930-4633-01DF4F05A724}"/>
          </ac:spMkLst>
        </pc:spChg>
        <pc:picChg chg="add mod">
          <ac:chgData name="Annarose Peterson" userId="1d91a84d-1cd8-42fd-8dff-7c290ec9d83a" providerId="ADAL" clId="{1DB68512-D08D-474F-A50F-38505462CBBE}" dt="2023-06-23T17:56:48.159" v="3369" actId="1076"/>
          <ac:picMkLst>
            <pc:docMk/>
            <pc:sldMk cId="663612487" sldId="738"/>
            <ac:picMk id="1026" creationId="{F79D8456-564A-7F7C-0F26-9B29E4D24DB9}"/>
          </ac:picMkLst>
        </pc:picChg>
        <pc:cxnChg chg="add mod">
          <ac:chgData name="Annarose Peterson" userId="1d91a84d-1cd8-42fd-8dff-7c290ec9d83a" providerId="ADAL" clId="{1DB68512-D08D-474F-A50F-38505462CBBE}" dt="2023-06-23T17:56:57.027" v="3371" actId="208"/>
          <ac:cxnSpMkLst>
            <pc:docMk/>
            <pc:sldMk cId="663612487" sldId="738"/>
            <ac:cxnSpMk id="5" creationId="{555C3409-E248-8DDF-BEAE-D9C147FB6837}"/>
          </ac:cxnSpMkLst>
        </pc:cxnChg>
      </pc:sldChg>
      <pc:sldChg chg="modSp new mod">
        <pc:chgData name="Annarose Peterson" userId="1d91a84d-1cd8-42fd-8dff-7c290ec9d83a" providerId="ADAL" clId="{1DB68512-D08D-474F-A50F-38505462CBBE}" dt="2023-06-23T18:06:32.888" v="5321" actId="20577"/>
        <pc:sldMkLst>
          <pc:docMk/>
          <pc:sldMk cId="2078325414" sldId="739"/>
        </pc:sldMkLst>
        <pc:spChg chg="mod">
          <ac:chgData name="Annarose Peterson" userId="1d91a84d-1cd8-42fd-8dff-7c290ec9d83a" providerId="ADAL" clId="{1DB68512-D08D-474F-A50F-38505462CBBE}" dt="2023-06-23T18:06:32.888" v="5321" actId="20577"/>
          <ac:spMkLst>
            <pc:docMk/>
            <pc:sldMk cId="2078325414" sldId="739"/>
            <ac:spMk id="2" creationId="{40B45AFB-8AA3-6568-0AB1-D8E6C42B0731}"/>
          </ac:spMkLst>
        </pc:spChg>
        <pc:spChg chg="mod">
          <ac:chgData name="Annarose Peterson" userId="1d91a84d-1cd8-42fd-8dff-7c290ec9d83a" providerId="ADAL" clId="{1DB68512-D08D-474F-A50F-38505462CBBE}" dt="2023-06-23T17:57:51.423" v="3462" actId="20577"/>
          <ac:spMkLst>
            <pc:docMk/>
            <pc:sldMk cId="2078325414" sldId="739"/>
            <ac:spMk id="3" creationId="{A1359A49-37A5-ED3C-A224-0E77712ECA0E}"/>
          </ac:spMkLst>
        </pc:spChg>
      </pc:sldChg>
      <pc:sldChg chg="modSp new mod">
        <pc:chgData name="Annarose Peterson" userId="1d91a84d-1cd8-42fd-8dff-7c290ec9d83a" providerId="ADAL" clId="{1DB68512-D08D-474F-A50F-38505462CBBE}" dt="2023-06-23T18:03:16.184" v="4587" actId="20577"/>
        <pc:sldMkLst>
          <pc:docMk/>
          <pc:sldMk cId="2926049966" sldId="740"/>
        </pc:sldMkLst>
        <pc:spChg chg="mod">
          <ac:chgData name="Annarose Peterson" userId="1d91a84d-1cd8-42fd-8dff-7c290ec9d83a" providerId="ADAL" clId="{1DB68512-D08D-474F-A50F-38505462CBBE}" dt="2023-06-23T18:03:16.184" v="4587" actId="20577"/>
          <ac:spMkLst>
            <pc:docMk/>
            <pc:sldMk cId="2926049966" sldId="740"/>
            <ac:spMk id="2" creationId="{A20042A8-ADFF-D5AA-02D9-CF7CB02A1494}"/>
          </ac:spMkLst>
        </pc:spChg>
        <pc:spChg chg="mod">
          <ac:chgData name="Annarose Peterson" userId="1d91a84d-1cd8-42fd-8dff-7c290ec9d83a" providerId="ADAL" clId="{1DB68512-D08D-474F-A50F-38505462CBBE}" dt="2023-06-23T17:58:44.602" v="3679" actId="20577"/>
          <ac:spMkLst>
            <pc:docMk/>
            <pc:sldMk cId="2926049966" sldId="740"/>
            <ac:spMk id="3" creationId="{1BF25C22-ABE5-F36C-6919-4B6B86683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479D8-8FED-8E4F-8C1D-77BBC8E04FE2}" type="datetimeFigureOut">
              <a:rPr lang="en-US" smtClean="0"/>
              <a:t>6/23/2023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560A2-64B5-664A-9FDC-B9CEA5DF7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7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lan slide T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FA565CA-05A4-4E5E-ACBF-67FF38993007}"/>
              </a:ext>
            </a:extLst>
          </p:cNvPr>
          <p:cNvSpPr/>
          <p:nvPr userDrawn="1"/>
        </p:nvSpPr>
        <p:spPr>
          <a:xfrm>
            <a:off x="0" y="-1746"/>
            <a:ext cx="1147200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6D36D-8DA4-473C-B35F-0CD7DFEFC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9" y="1080000"/>
            <a:ext cx="5723259" cy="923330"/>
          </a:xfrm>
        </p:spPr>
        <p:txBody>
          <a:bodyPr wrap="square" anchor="t">
            <a:spAutoFit/>
          </a:bodyPr>
          <a:lstStyle>
            <a:lvl1pPr algn="l">
              <a:defRPr sz="6000">
                <a:solidFill>
                  <a:srgbClr val="4A4F54"/>
                </a:solidFill>
              </a:defRPr>
            </a:lvl1pPr>
          </a:lstStyle>
          <a:p>
            <a:r>
              <a:rPr lang="en-US" dirty="0"/>
              <a:t>How-to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5E09F-828B-4426-B099-49B8878CB6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9" y="3600000"/>
            <a:ext cx="5723259" cy="2160000"/>
          </a:xfrm>
        </p:spPr>
        <p:txBody>
          <a:bodyPr>
            <a:normAutofit/>
          </a:bodyPr>
          <a:lstStyle>
            <a:lvl1pPr marL="0" indent="0" algn="l">
              <a:buNone/>
              <a:defRPr sz="4000">
                <a:solidFill>
                  <a:srgbClr val="4A4F5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6537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AE7293-A224-44BF-BCB6-36C4F61D2AF1}"/>
              </a:ext>
            </a:extLst>
          </p:cNvPr>
          <p:cNvSpPr/>
          <p:nvPr userDrawn="1"/>
        </p:nvSpPr>
        <p:spPr>
          <a:xfrm>
            <a:off x="11472000" y="0"/>
            <a:ext cx="720000" cy="720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A4F54"/>
              </a:solidFill>
            </a:endParaRPr>
          </a:p>
        </p:txBody>
      </p:sp>
      <p:pic>
        <p:nvPicPr>
          <p:cNvPr id="15" name="Picture 120">
            <a:extLst>
              <a:ext uri="{FF2B5EF4-FFF2-40B4-BE49-F238E27FC236}">
                <a16:creationId xmlns:a16="http://schemas.microsoft.com/office/drawing/2014/main" id="{E397DB51-AD6A-1ED2-0FAE-9E3A6475D9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99397" y="1132138"/>
            <a:ext cx="2455022" cy="24550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723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4C74-3388-4B46-A220-E514F7F826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620000"/>
            <a:ext cx="8640000" cy="4680000"/>
          </a:xfrm>
        </p:spPr>
        <p:txBody>
          <a:bodyPr>
            <a:normAutofit/>
          </a:bodyPr>
          <a:lstStyle>
            <a:lvl1pPr marL="457200" indent="-457200">
              <a:buClr>
                <a:srgbClr val="D12531"/>
              </a:buClr>
              <a:buFont typeface="Wingdings" panose="05000000000000000000" pitchFamily="2" charset="2"/>
              <a:buChar char="§"/>
              <a:defRPr sz="2500"/>
            </a:lvl1pPr>
            <a:lvl2pPr marL="914400" indent="-457200">
              <a:buClr>
                <a:srgbClr val="D12531"/>
              </a:buClr>
              <a:buFont typeface="Wingdings" panose="05000000000000000000" pitchFamily="2" charset="2"/>
              <a:buChar char="ü"/>
              <a:defRPr/>
            </a:lvl2pPr>
            <a:lvl3pPr marL="1371600" indent="-457200">
              <a:buClr>
                <a:srgbClr val="D12531"/>
              </a:buCl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en-US"/>
              <a:t>Write down your text over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A6B1DC3-FF50-47BC-A3CB-931AF6B9F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"/>
            <a:ext cx="10620000" cy="90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Title of the screen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87A6B-2E32-4C09-909E-609226EBC562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pic>
        <p:nvPicPr>
          <p:cNvPr id="7" name="Picture 120">
            <a:extLst>
              <a:ext uri="{FF2B5EF4-FFF2-40B4-BE49-F238E27FC236}">
                <a16:creationId xmlns:a16="http://schemas.microsoft.com/office/drawing/2014/main" id="{3CD3DFC2-2DCD-8FDB-95A3-9CDD7EC712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80000" y="199177"/>
            <a:ext cx="1034200" cy="1034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174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- sid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7673746" y="1698680"/>
            <a:ext cx="4097215" cy="418577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2084118-89BE-0D49-A9F9-D806497E2E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92773" y="2774793"/>
            <a:ext cx="3270739" cy="167335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9B49DC-3293-1A4A-A61E-B8FB500508E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92773" y="4659189"/>
            <a:ext cx="327073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807144-58F3-864E-8052-27D14CE0FFD2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2227525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3D6997-D6AC-CC42-BE97-60C64CAE5EB3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5439649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B8760F82-AFA4-1443-892A-E49DED4509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side quote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3602658-B096-8944-B5E5-005D99CF336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9435" y="1730155"/>
            <a:ext cx="648339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F1221DC-30FB-E041-9B27-0A881693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Content Placeholder 14">
            <a:extLst>
              <a:ext uri="{FF2B5EF4-FFF2-40B4-BE49-F238E27FC236}">
                <a16:creationId xmlns:a16="http://schemas.microsoft.com/office/drawing/2014/main" id="{65AE29DF-5159-8048-A148-1166EE1F93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5" y="2371242"/>
            <a:ext cx="6483395" cy="3513210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518441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 userDrawn="1">
          <p15:clr>
            <a:srgbClr val="FBAE40"/>
          </p15:clr>
        </p15:guide>
        <p15:guide id="2" pos="37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orient="horz" pos="77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9D9982A-A521-F143-8064-B9EA37A840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0075" y="1823270"/>
            <a:ext cx="10515600" cy="355600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32700D5-8BEA-034F-BD47-5AF221E7A8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0364" y="2621294"/>
            <a:ext cx="10515311" cy="167201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173F31-26E8-3545-81FA-49478AAC9DC9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867888" y="2419413"/>
            <a:ext cx="10497787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E6BBE9-9E35-1A4A-8A85-F3B8DF31D147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867888" y="4533848"/>
            <a:ext cx="10497787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11B2E8-DCAF-944E-91B0-0E4E56AA941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B00A457-FF81-9247-A31E-50D6D936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9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col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B3CD3-89FD-E34A-B228-EBE9DB1A3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59" t="1573" r="9389" b="24581"/>
          <a:stretch/>
        </p:blipFill>
        <p:spPr>
          <a:xfrm>
            <a:off x="-1" y="1209315"/>
            <a:ext cx="6133171" cy="5708072"/>
          </a:xfrm>
          <a:prstGeom prst="rect">
            <a:avLst/>
          </a:prstGeom>
        </p:spPr>
      </p:pic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5B88A0FB-F50C-954C-BF8A-06937F6B6F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15306" y="1731246"/>
            <a:ext cx="525565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CB5A0A6-E63B-BC41-8540-D1E4EA5237E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15306" y="2372596"/>
            <a:ext cx="5255655" cy="34325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2CD1E3-FD4F-0743-AAEC-069ECD9D1E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Two column layout — option 1 left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C467AD2-1A83-534E-A2AD-35C51302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5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col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D338C5-3FB1-9E4E-80B7-9542A6EF8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136" t="11655" r="28054" b="5582"/>
          <a:stretch/>
        </p:blipFill>
        <p:spPr>
          <a:xfrm>
            <a:off x="6688015" y="1219200"/>
            <a:ext cx="5602946" cy="563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070A80-09FF-DF4A-B8FA-ED463BFE8BF6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E433223-F814-674B-AB35-8CF979AE8FF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436" y="1730155"/>
            <a:ext cx="5676694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F0FFD11F-C1B2-8444-81E8-E5C7019E27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6" y="2371505"/>
            <a:ext cx="5676694" cy="34325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4C43D87-2D9E-CA4F-95C9-46161665D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84199"/>
            <a:ext cx="6100640" cy="635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Two column layout — option 1 right image</a:t>
            </a:r>
          </a:p>
        </p:txBody>
      </p:sp>
    </p:spTree>
    <p:extLst>
      <p:ext uri="{BB962C8B-B14F-4D97-AF65-F5344CB8AC3E}">
        <p14:creationId xmlns:p14="http://schemas.microsoft.com/office/powerpoint/2010/main" val="2813086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sid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7673746" y="1698680"/>
            <a:ext cx="4097215" cy="418577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2084118-89BE-0D49-A9F9-D806497E2E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92773" y="2774793"/>
            <a:ext cx="3270739" cy="167335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9B49DC-3293-1A4A-A61E-B8FB500508E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92773" y="4659189"/>
            <a:ext cx="327073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807144-58F3-864E-8052-27D14CE0FFD2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2227525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3D6997-D6AC-CC42-BE97-60C64CAE5EB3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5439649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B8760F82-AFA4-1443-892A-E49DED4509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side quote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3602658-B096-8944-B5E5-005D99CF336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9435" y="1730155"/>
            <a:ext cx="648339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F1221DC-30FB-E041-9B27-0A881693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Content Placeholder 14">
            <a:extLst>
              <a:ext uri="{FF2B5EF4-FFF2-40B4-BE49-F238E27FC236}">
                <a16:creationId xmlns:a16="http://schemas.microsoft.com/office/drawing/2014/main" id="{65AE29DF-5159-8048-A148-1166EE1F93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5" y="2371242"/>
            <a:ext cx="6483395" cy="3513210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246852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numbered slide — bo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-83127" y="5101389"/>
            <a:ext cx="12374088" cy="100746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20673F8-C4EA-D14B-833F-D7BE2F4B4E1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0712" y="1610137"/>
            <a:ext cx="10491782" cy="508437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59AA3E4F-4E26-D04C-887B-3BD860E9906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9177" y="2250663"/>
            <a:ext cx="10491783" cy="2197616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FD64A1B6-E8A0-4548-A457-FF33093D9AB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270712" y="5345491"/>
            <a:ext cx="1781977" cy="50920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Bonus Point —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A54B0B-7919-4545-A150-0749D91EA3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2" y="5240303"/>
            <a:ext cx="724371" cy="687694"/>
          </a:xfrm>
          <a:prstGeom prst="rect">
            <a:avLst/>
          </a:prstGeom>
        </p:spPr>
      </p:pic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0A973058-462E-B44E-90D9-78FF6F0BFF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87375" y="584199"/>
            <a:ext cx="691802" cy="649289"/>
          </a:xfrm>
          <a:solidFill>
            <a:srgbClr val="2B7483"/>
          </a:solidFill>
        </p:spPr>
        <p:txBody>
          <a:bodyPr wrap="none" rtlCol="0" anchor="ctr">
            <a:normAutofit/>
          </a:bodyPr>
          <a:lstStyle>
            <a:lvl1pPr>
              <a:defRPr lang="en-US" sz="3000" b="1" dirty="0">
                <a:solidFill>
                  <a:schemeClr val="bg1"/>
                </a:solidFill>
                <a:latin typeface="Roboto Regular" panose="02000000000000000000" pitchFamily="2" charset="0"/>
                <a:ea typeface="Roboto" panose="02000000000000000000" pitchFamily="2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01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23E703-941A-CD42-A633-0C4315B21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176" y="584197"/>
            <a:ext cx="5429599" cy="649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7A53F77C-00BE-3241-8A2A-EB08932AA8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52689" y="5345492"/>
            <a:ext cx="8718271" cy="50920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Lorem ipsum dolor sit amet, consectetur adipiscing elit.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79FC8C9-D1BF-2440-A65B-597287CF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0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>
        <p:tmplLst>
          <p:tmpl lvl="1"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numbered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7E5A093F-B601-F048-9190-54819FCC79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87375" y="584200"/>
            <a:ext cx="687527" cy="635000"/>
          </a:xfrm>
          <a:solidFill>
            <a:srgbClr val="2B7483"/>
          </a:solidFill>
        </p:spPr>
        <p:txBody>
          <a:bodyPr wrap="none" rtlCol="0" anchor="ctr">
            <a:normAutofit/>
          </a:bodyPr>
          <a:lstStyle>
            <a:lvl1pPr>
              <a:defRPr lang="en-US" sz="3000" b="1" dirty="0">
                <a:solidFill>
                  <a:schemeClr val="bg1"/>
                </a:solidFill>
                <a:latin typeface="Roboto Regular" panose="02000000000000000000" pitchFamily="2" charset="0"/>
                <a:ea typeface="Roboto" panose="02000000000000000000" pitchFamily="2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01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4F10A3-D64E-4F49-8122-A055CEBF2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4902" y="584199"/>
            <a:ext cx="10293212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5B8AD548-A953-C647-9AB2-8DA412C54B2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0712" y="1610137"/>
            <a:ext cx="10491782" cy="508437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A67F0D2E-67F8-4147-893E-6D5295818F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9177" y="2250663"/>
            <a:ext cx="10491783" cy="2197616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00C55B-EBAB-6944-B0B8-36DCF683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9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>
        <p:tmplLst>
          <p:tmpl lvl="1"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15609A-4395-BE42-BEA0-4E0B12319D36}"/>
              </a:ext>
            </a:extLst>
          </p:cNvPr>
          <p:cNvSpPr/>
          <p:nvPr userDrawn="1"/>
        </p:nvSpPr>
        <p:spPr>
          <a:xfrm>
            <a:off x="-83127" y="-83126"/>
            <a:ext cx="12374088" cy="1302326"/>
          </a:xfrm>
          <a:prstGeom prst="rect">
            <a:avLst/>
          </a:prstGeom>
          <a:gradFill>
            <a:gsLst>
              <a:gs pos="100000">
                <a:srgbClr val="2B7483"/>
              </a:gs>
              <a:gs pos="10000">
                <a:srgbClr val="43A7BE"/>
              </a:gs>
            </a:gsLst>
            <a:lin ang="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7B026-47D5-854D-A6CA-B4A2172DA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04857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02B5C-4051-A243-B86F-7060A75FBB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04858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18F4A03-E152-A440-B6EA-D80C51AF03E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88907" y="3830557"/>
            <a:ext cx="7161141" cy="1453347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21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982CAD0B-BED8-1043-9E8E-DEEF17C802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967177" y="2104331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F546373-BDD8-664B-AC10-322CEB52545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929497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134914D-7CD5-844A-8CA2-F7548F04181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800932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2BD0575-0083-374B-AE3D-74F38E9E4AB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5636302" y="5552400"/>
            <a:ext cx="6113746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51E2E38F-B217-4F4D-A40F-918AA6513E3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955147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034830CC-3C91-9847-B142-5A8657D0813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29497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E43A7F7-E693-1F4F-8966-4DE03E48D1E2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800932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1BB801-C031-3149-A371-71F935F20B38}"/>
              </a:ext>
            </a:extLst>
          </p:cNvPr>
          <p:cNvCxnSpPr/>
          <p:nvPr userDrawn="1"/>
        </p:nvCxnSpPr>
        <p:spPr>
          <a:xfrm>
            <a:off x="3387110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00E8EB-7FCC-4348-85EB-6E9CC59D5DBC}"/>
              </a:ext>
            </a:extLst>
          </p:cNvPr>
          <p:cNvCxnSpPr/>
          <p:nvPr userDrawn="1"/>
        </p:nvCxnSpPr>
        <p:spPr>
          <a:xfrm>
            <a:off x="6330837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B17817-8782-9D43-BAC7-91104C6C82CA}"/>
              </a:ext>
            </a:extLst>
          </p:cNvPr>
          <p:cNvCxnSpPr/>
          <p:nvPr userDrawn="1"/>
        </p:nvCxnSpPr>
        <p:spPr>
          <a:xfrm>
            <a:off x="9298626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11E1199-5D47-4540-B6B9-D1E2A5D575E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FD929EF-C26E-7B4E-B4DE-94AA78EBD3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5" y="17927"/>
            <a:ext cx="11410613" cy="1129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data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504B85B-5272-DF42-A153-0FAE49BF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7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3652C9-F40F-8340-8564-D340ECDD5E29}"/>
              </a:ext>
            </a:extLst>
          </p:cNvPr>
          <p:cNvSpPr/>
          <p:nvPr userDrawn="1"/>
        </p:nvSpPr>
        <p:spPr>
          <a:xfrm>
            <a:off x="-83127" y="-83126"/>
            <a:ext cx="12374088" cy="1302326"/>
          </a:xfrm>
          <a:prstGeom prst="rect">
            <a:avLst/>
          </a:prstGeom>
          <a:gradFill>
            <a:gsLst>
              <a:gs pos="100000">
                <a:srgbClr val="2B7483"/>
              </a:gs>
              <a:gs pos="10000">
                <a:srgbClr val="43A7BE"/>
              </a:gs>
            </a:gsLst>
            <a:lin ang="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3C2C0-AC17-2F41-AC40-FAF6E1992727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D4B0F6-CBEB-EC42-B137-C470A0F504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04226" y="1408879"/>
            <a:ext cx="3110388" cy="4586030"/>
          </a:xfrm>
        </p:spPr>
        <p:txBody>
          <a:bodyPr>
            <a:noAutofit/>
          </a:bodyPr>
          <a:lstStyle>
            <a:lvl1pPr marL="0" indent="0">
              <a:buNone/>
              <a:defRPr sz="40000" b="1">
                <a:solidFill>
                  <a:srgbClr val="43A7B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7274E0F-D5FD-B149-9A4E-519A55A5F4D5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64875" y="2012673"/>
            <a:ext cx="6906087" cy="490063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A0A157E-3816-F249-90DD-4522A6B2387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864874" y="2755654"/>
            <a:ext cx="6906087" cy="2366462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F9F8201-8BB5-5444-AC0C-8BE170F537A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2672" y="5373813"/>
            <a:ext cx="309828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59130E4-6188-4A4B-8873-3785A9C04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5" y="17927"/>
            <a:ext cx="11431526" cy="1129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ACAE9E-5DA3-4E48-8E75-0569A19A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1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O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5B49-FBBB-444D-969E-AE2476735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84197"/>
            <a:ext cx="6121400" cy="649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</p:spTree>
    <p:extLst>
      <p:ext uri="{BB962C8B-B14F-4D97-AF65-F5344CB8AC3E}">
        <p14:creationId xmlns:p14="http://schemas.microsoft.com/office/powerpoint/2010/main" val="4249327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A37E0-18C9-7840-90BB-92F632D15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3239" r="5482" b="539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0558" y="2725062"/>
            <a:ext cx="4283242" cy="2027412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36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1FC8A18-1468-1749-81E5-298B03ED3A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881386"/>
            <a:ext cx="12192000" cy="76676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Fancy Timeline</a:t>
            </a:r>
          </a:p>
        </p:txBody>
      </p:sp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37673" y="3862480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CC017-1551-1B4F-A32B-A62C5B7A86B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095999" y="4392534"/>
            <a:ext cx="1" cy="265649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49C29B-6E79-E24B-AD3A-51DDD93DEAC0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2132C4-7A4E-8942-A264-26A1F7B72E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46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58477" y="3329258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CC017-1551-1B4F-A32B-A62C5B7A86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4" y="3845912"/>
            <a:ext cx="1" cy="3096309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0E3C53-E02F-9D4A-9388-7159260D54C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3" y="-108284"/>
            <a:ext cx="1" cy="3437543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0D0DA5-52B5-754B-8D4A-B0A28D4337D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E821-1990-E04D-96CF-E85EE0CD2B9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82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58477" y="3329258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0E3C53-E02F-9D4A-9388-7159260D54C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3" y="-108284"/>
            <a:ext cx="1" cy="3437543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2262C4-810A-8B48-89C9-19DE7154CC23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C366707-40EF-0B40-A6D7-30B72D76A4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12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A37E0-18C9-7840-90BB-92F632D15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3239" r="5482" b="539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0558" y="2725062"/>
            <a:ext cx="4283242" cy="2027412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1364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 2"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18937" y="2725062"/>
            <a:ext cx="10234863" cy="2027412"/>
          </a:xfrm>
        </p:spPr>
        <p:txBody>
          <a:bodyPr>
            <a:no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FCA0E-9137-EA4D-9921-F4CEA74AEAFE}"/>
              </a:ext>
            </a:extLst>
          </p:cNvPr>
          <p:cNvSpPr txBox="1"/>
          <p:nvPr userDrawn="1"/>
        </p:nvSpPr>
        <p:spPr>
          <a:xfrm>
            <a:off x="7339360" y="6314984"/>
            <a:ext cx="411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© 2018 Axway 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6138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377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72269-DE0F-42D7-B7F2-3092B32E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08524B-74C5-446C-A6ED-FB85450C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56FD18-37EB-4494-9931-61CFFDC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ED6FB-78B5-4B11-9C3F-FA1C61958293}" type="datetimeFigureOut">
              <a:rPr lang="fr-FR" smtClean="0"/>
              <a:t>23/06/2023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4E2F85-E03C-4BC6-8AFD-162F655E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F92A67-B98E-427F-9788-188C39F9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BF71-2569-42D3-8312-DB5CE5269C64}" type="slidenum">
              <a:rPr lang="fr-FR" smtClean="0"/>
              <a:t>‹#›</a:t>
            </a:fld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87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B999772-8322-946E-A596-40063DF5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"/>
            <a:ext cx="106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67C456-FDDA-1883-1E3D-8BC58C88F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620000"/>
            <a:ext cx="106200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ACF05D-E3AE-CBC0-378F-F8BECDEBDFE2}"/>
              </a:ext>
            </a:extLst>
          </p:cNvPr>
          <p:cNvSpPr/>
          <p:nvPr userDrawn="1"/>
        </p:nvSpPr>
        <p:spPr>
          <a:xfrm>
            <a:off x="11472000" y="5787984"/>
            <a:ext cx="360000" cy="360000"/>
          </a:xfrm>
          <a:prstGeom prst="rect">
            <a:avLst/>
          </a:prstGeom>
          <a:solidFill>
            <a:srgbClr val="B4B6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0A1D-AEE9-E118-B0FF-2E35F8795E57}"/>
              </a:ext>
            </a:extLst>
          </p:cNvPr>
          <p:cNvSpPr/>
          <p:nvPr userDrawn="1"/>
        </p:nvSpPr>
        <p:spPr>
          <a:xfrm>
            <a:off x="11826240" y="5429844"/>
            <a:ext cx="360000" cy="360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2DE52-AA12-9E01-DD30-A80E52144429}"/>
              </a:ext>
            </a:extLst>
          </p:cNvPr>
          <p:cNvSpPr/>
          <p:nvPr userDrawn="1"/>
        </p:nvSpPr>
        <p:spPr>
          <a:xfrm>
            <a:off x="10752000" y="6154810"/>
            <a:ext cx="720000" cy="7200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5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5CFE3-CBC2-4142-8E83-F27DDEF6D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436" y="1342546"/>
            <a:ext cx="114315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B767A3-A968-D74A-BCB7-7A91E2557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27761" y="6270274"/>
            <a:ext cx="2743200" cy="365760"/>
          </a:xfrm>
          <a:prstGeom prst="rect">
            <a:avLst/>
          </a:prstGeom>
        </p:spPr>
        <p:txBody>
          <a:bodyPr anchor="ctr" anchorCtr="0"/>
          <a:lstStyle>
            <a:lvl1pPr algn="r">
              <a:defRPr sz="1000">
                <a:solidFill>
                  <a:srgbClr val="6F706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D45B42A2-12DC-D04A-88D3-A93CC82DF3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790BF20-D36A-2148-9A39-FE8EDB20F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199"/>
            <a:ext cx="6119999" cy="649289"/>
          </a:xfrm>
          <a:prstGeom prst="rect">
            <a:avLst/>
          </a:prstGeom>
          <a:solidFill>
            <a:srgbClr val="2B7483"/>
          </a:solidFill>
        </p:spPr>
        <p:txBody>
          <a:bodyPr wrap="none" rtlCol="0" anchor="ctr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502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6" r:id="rId2"/>
    <p:sldLayoutId id="2147483698" r:id="rId3"/>
    <p:sldLayoutId id="2147483699" r:id="rId4"/>
    <p:sldLayoutId id="2147483700" r:id="rId5"/>
    <p:sldLayoutId id="2147483703" r:id="rId6"/>
    <p:sldLayoutId id="2147483704" r:id="rId7"/>
    <p:sldLayoutId id="2147483680" r:id="rId8"/>
    <p:sldLayoutId id="2147483702" r:id="rId9"/>
    <p:sldLayoutId id="2147483693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chemeClr val="bg1"/>
          </a:solidFill>
          <a:latin typeface="Roboto Regular" panose="02000000000000000000" pitchFamily="2" charset="0"/>
          <a:ea typeface="Roboto" panose="02000000000000000000" pitchFamily="2" charset="0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368" userDrawn="1">
          <p15:clr>
            <a:srgbClr val="F26B43"/>
          </p15:clr>
        </p15:guide>
        <p15:guide id="3" orient="horz" pos="777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422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0AE57-8D50-A745-988A-B164D16C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A09D3-F435-824D-BCFC-BEC034E0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77B2187-9CB8-1944-A1E5-2349E84D6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991" y="63171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D45B42A2-12DC-D04A-88D3-A93CC82DF3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E5DAD-705D-474F-9583-668E871D7D28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</p:spTree>
    <p:extLst>
      <p:ext uri="{BB962C8B-B14F-4D97-AF65-F5344CB8AC3E}">
        <p14:creationId xmlns:p14="http://schemas.microsoft.com/office/powerpoint/2010/main" val="80145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0AE57-8D50-A745-988A-B164D16C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A09D3-F435-824D-BCFC-BEC034E0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84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11" r:id="rId3"/>
    <p:sldLayoutId id="214748371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xwaysoftware.sharepoint.com/:p:/r/sites/AxwayUniversity/Shared%20Documents/How%20To/Archive/Build%20course%2002%20-%20Building%20a%20eLEarning%20course%20v2.pptx?d=w35a0e7af604b49ef89d66674fbc16970&amp;csf=1&amp;web=1&amp;e=mvlXJ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xwaysoftware.sharepoint.com/:i:/r/sites/Bi-weeklySalesEnablementSync/Shared%20Documents/General/Sales%20Masterminds/FY2023%20Sales%20Masterminds/Access%20first%20call%20deck%20image.png?csf=1&amp;web=1&amp;e=DP9W9R" TargetMode="External"/><Relationship Id="rId2" Type="http://schemas.openxmlformats.org/officeDocument/2006/relationships/hyperlink" Target="https://axway.jiveon.com/community/sales-portal/pages/global-sales-enablemen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xwaysoftware.sharepoint.com/:i:/r/sites/Bi-weeklySalesEnablementSync/Shared%20Documents/General/Sales%20Masterminds/FY2023%20Sales%20Masterminds/access%20sales%20playsheet.png?csf=1&amp;web=1&amp;e=CKHdin" TargetMode="External"/><Relationship Id="rId2" Type="http://schemas.openxmlformats.org/officeDocument/2006/relationships/hyperlink" Target="https://axway.jiveon.com/community/sales-portal/pages/global-sales-enablemen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xwaysoftware.sharepoint.com/:p:/r/sites/AxwayUniversity/Shared%20Documents/General/D%20-%20Template%20and%20Guidelines/01-%20templates/02_Thumbnail%20and%20course%20cards/AU%20V2%20Generic%20Thumbnail.pptx?d=w204bdd6374c84c2c88d5c9e986a15c97&amp;csf=1&amp;web=1&amp;e=dfsXeZ&amp;nav=eyJzSWQiOjQ3MiwiY0lkIjozODAzNjI5MzM0fQ" TargetMode="External"/><Relationship Id="rId2" Type="http://schemas.openxmlformats.org/officeDocument/2006/relationships/hyperlink" Target="https://axway.jiveon.com/community/sales-portal/pages/global-sales-enablemen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orms.office.com/e/9BfU5XUVh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BF62E13-6B69-2C14-A07A-0F5EB4A40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9" y="1080000"/>
            <a:ext cx="6619240" cy="2585323"/>
          </a:xfrm>
        </p:spPr>
        <p:txBody>
          <a:bodyPr/>
          <a:lstStyle/>
          <a:p>
            <a:r>
              <a:rPr lang="en-US" dirty="0"/>
              <a:t>How to set up </a:t>
            </a:r>
            <a:r>
              <a:rPr lang="en-US" dirty="0" err="1"/>
              <a:t>SalesMasterminds</a:t>
            </a:r>
            <a:r>
              <a:rPr lang="en-US" dirty="0"/>
              <a:t> Courses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FF5B52-4F0B-55B0-DDF8-881E7CB23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0BC646B-5316-7B6B-DC9C-8124AA6D9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9" y="3844030"/>
            <a:ext cx="5723259" cy="1915969"/>
          </a:xfrm>
        </p:spPr>
        <p:txBody>
          <a:bodyPr/>
          <a:lstStyle/>
          <a:p>
            <a:r>
              <a:rPr lang="en-US" dirty="0"/>
              <a:t>For the Sales Enablement trainings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18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29"/>
    </mc:Choice>
    <mc:Fallback xmlns="">
      <p:transition spd="slow" advTm="10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0F1AB8D4-A881-4F94-959F-CB0FDEE93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00145"/>
              </p:ext>
            </p:extLst>
          </p:nvPr>
        </p:nvGraphicFramePr>
        <p:xfrm>
          <a:off x="602973" y="1900486"/>
          <a:ext cx="1088003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575">
                  <a:extLst>
                    <a:ext uri="{9D8B030D-6E8A-4147-A177-3AD203B41FA5}">
                      <a16:colId xmlns:a16="http://schemas.microsoft.com/office/drawing/2014/main" val="2961533418"/>
                    </a:ext>
                  </a:extLst>
                </a:gridCol>
                <a:gridCol w="8143461">
                  <a:extLst>
                    <a:ext uri="{9D8B030D-6E8A-4147-A177-3AD203B41FA5}">
                      <a16:colId xmlns:a16="http://schemas.microsoft.com/office/drawing/2014/main" val="4123785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Owner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Annarose Peterson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27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Team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74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Resources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0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Tools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128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Instructions on setting up the Sales Enablement Masterminds courses for the Sales Enablement teams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90517"/>
                  </a:ext>
                </a:extLst>
              </a:tr>
            </a:tbl>
          </a:graphicData>
        </a:graphic>
      </p:graphicFrame>
      <p:graphicFrame>
        <p:nvGraphicFramePr>
          <p:cNvPr id="41" name="Tableau 2">
            <a:extLst>
              <a:ext uri="{FF2B5EF4-FFF2-40B4-BE49-F238E27FC236}">
                <a16:creationId xmlns:a16="http://schemas.microsoft.com/office/drawing/2014/main" id="{AD0C5357-4524-44CF-9EBF-3EFFD4DD3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48885"/>
              </p:ext>
            </p:extLst>
          </p:nvPr>
        </p:nvGraphicFramePr>
        <p:xfrm>
          <a:off x="590042" y="4587839"/>
          <a:ext cx="1088004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004">
                  <a:extLst>
                    <a:ext uri="{9D8B030D-6E8A-4147-A177-3AD203B41FA5}">
                      <a16:colId xmlns:a16="http://schemas.microsoft.com/office/drawing/2014/main" val="3753324219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039103175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462523409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423647713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682151051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729811086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637958015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592962583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2588044287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251498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41145"/>
                  </a:ext>
                </a:extLst>
              </a:tr>
            </a:tbl>
          </a:graphicData>
        </a:graphic>
      </p:graphicFrame>
      <p:sp>
        <p:nvSpPr>
          <p:cNvPr id="43" name="Title 42">
            <a:extLst>
              <a:ext uri="{FF2B5EF4-FFF2-40B4-BE49-F238E27FC236}">
                <a16:creationId xmlns:a16="http://schemas.microsoft.com/office/drawing/2014/main" id="{6B5094A8-952D-D051-D932-C088B1B2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Info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98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65"/>
    </mc:Choice>
    <mc:Fallback xmlns="">
      <p:transition spd="slow" advTm="9106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ED8B37-293D-87B4-86F8-34AEBFE38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620000"/>
            <a:ext cx="10266571" cy="4680000"/>
          </a:xfrm>
        </p:spPr>
        <p:txBody>
          <a:bodyPr/>
          <a:lstStyle/>
          <a:p>
            <a:r>
              <a:rPr lang="en-US" dirty="0"/>
              <a:t>Sales Enablement hosts live Sales Enablement Masterminds and then we post the recording in an </a:t>
            </a:r>
            <a:r>
              <a:rPr lang="en-US" dirty="0" err="1"/>
              <a:t>elearning</a:t>
            </a:r>
            <a:r>
              <a:rPr lang="en-US" dirty="0"/>
              <a:t> course for those who did not attend in person</a:t>
            </a:r>
          </a:p>
          <a:p>
            <a:r>
              <a:rPr lang="en-US" dirty="0"/>
              <a:t>This course is built like any other </a:t>
            </a:r>
            <a:r>
              <a:rPr lang="en-US" dirty="0" err="1"/>
              <a:t>elearning</a:t>
            </a:r>
            <a:r>
              <a:rPr lang="en-US" dirty="0"/>
              <a:t> course, with some extra training materials. Follow this process: </a:t>
            </a:r>
            <a:r>
              <a:rPr lang="en-US" dirty="0">
                <a:hlinkClick r:id="rId2"/>
              </a:rPr>
              <a:t>Build course 02 - Building a </a:t>
            </a:r>
            <a:r>
              <a:rPr lang="en-US" dirty="0" err="1">
                <a:hlinkClick r:id="rId2"/>
              </a:rPr>
              <a:t>eLEarning</a:t>
            </a:r>
            <a:r>
              <a:rPr lang="en-US" dirty="0">
                <a:hlinkClick r:id="rId2"/>
              </a:rPr>
              <a:t> course v2.pptx</a:t>
            </a:r>
            <a:endParaRPr lang="en-US" dirty="0"/>
          </a:p>
          <a:p>
            <a:r>
              <a:rPr lang="en-US" dirty="0"/>
              <a:t>We try to have the course available within two business days after Rosetta provides the recording for the session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A6B0F2-5125-E0EB-124F-D67C9161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37725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Course Name and Description are provided by Rosetta</a:t>
            </a:r>
          </a:p>
          <a:p>
            <a:r>
              <a:rPr lang="en-US" dirty="0"/>
              <a:t>Thumbnail: Use template, there are slides already there for SEM courses</a:t>
            </a:r>
          </a:p>
          <a:p>
            <a:r>
              <a:rPr lang="en-US" dirty="0"/>
              <a:t>Average time: Use the time of the video TM</a:t>
            </a:r>
          </a:p>
          <a:p>
            <a:r>
              <a:rPr lang="en-US" dirty="0"/>
              <a:t>Offer: Product related to the session</a:t>
            </a:r>
          </a:p>
          <a:p>
            <a:r>
              <a:rPr lang="en-US" dirty="0" err="1"/>
              <a:t>Suboffer</a:t>
            </a:r>
            <a:r>
              <a:rPr lang="en-US" dirty="0"/>
              <a:t>: Sales</a:t>
            </a:r>
          </a:p>
          <a:p>
            <a:r>
              <a:rPr lang="en-US" dirty="0"/>
              <a:t>Catalog: Full Employee </a:t>
            </a:r>
          </a:p>
          <a:p>
            <a:pPr lvl="1"/>
            <a:r>
              <a:rPr lang="en-US" dirty="0"/>
              <a:t>(DO NOT PUT INTO CATALOG UNTIL ROSETTA APPROVES)</a:t>
            </a:r>
          </a:p>
          <a:p>
            <a:r>
              <a:rPr lang="en-US" dirty="0"/>
              <a:t>Learning Plan: FYXX Sales Masterminds XX would be the year.  For example, 2023 will use the LP FY23 Sales Masterminds</a:t>
            </a:r>
          </a:p>
          <a:p>
            <a:pPr lvl="1"/>
            <a:r>
              <a:rPr lang="en-US" dirty="0"/>
              <a:t>(DO NOT PUT INTO LP UNTIL ROSETTA APPROVES)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Properties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212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ED3F1-36C1-AA78-799C-34E52726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260629"/>
            <a:ext cx="9236761" cy="50393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following TMs are added to the course shell:</a:t>
            </a:r>
          </a:p>
          <a:p>
            <a:r>
              <a:rPr lang="en-US" dirty="0"/>
              <a:t>Video recording of live session (Provided by Rosetta)</a:t>
            </a:r>
          </a:p>
          <a:p>
            <a:pPr lvl="1"/>
            <a:r>
              <a:rPr lang="en-US" dirty="0"/>
              <a:t>Run the video through Handbrake if the video file is too large to upload to Docebo</a:t>
            </a:r>
          </a:p>
          <a:p>
            <a:r>
              <a:rPr lang="en-US" dirty="0"/>
              <a:t>File download of the presentation deck (Provided by Rosetta)</a:t>
            </a:r>
          </a:p>
          <a:p>
            <a:r>
              <a:rPr lang="en-US" dirty="0"/>
              <a:t>HTML TM of link to First Call Deck</a:t>
            </a:r>
          </a:p>
          <a:p>
            <a:r>
              <a:rPr lang="en-US" dirty="0"/>
              <a:t>HTML TM of link to Sales </a:t>
            </a:r>
            <a:r>
              <a:rPr lang="en-US" dirty="0" err="1"/>
              <a:t>Playsheet</a:t>
            </a:r>
            <a:endParaRPr lang="en-US" dirty="0"/>
          </a:p>
          <a:p>
            <a:r>
              <a:rPr lang="en-US" dirty="0"/>
              <a:t>HTML TM of link to Product Marketing materials</a:t>
            </a:r>
          </a:p>
          <a:p>
            <a:r>
              <a:rPr lang="en-US" dirty="0"/>
              <a:t>HTML TM of link to Survey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Add the following from the TM tab:</a:t>
            </a:r>
          </a:p>
          <a:p>
            <a:r>
              <a:rPr lang="en-US" dirty="0">
                <a:solidFill>
                  <a:srgbClr val="FF0000"/>
                </a:solidFill>
              </a:rPr>
              <a:t>Course Description Widget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578966-EB3A-3B72-5A76-4773BB2A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Materials</a:t>
            </a:r>
          </a:p>
        </p:txBody>
      </p:sp>
    </p:spTree>
    <p:extLst>
      <p:ext uri="{BB962C8B-B14F-4D97-AF65-F5344CB8AC3E}">
        <p14:creationId xmlns:p14="http://schemas.microsoft.com/office/powerpoint/2010/main" val="73081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7997C7-15F7-E127-3B8B-273093BE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349406"/>
            <a:ext cx="9822687" cy="4950594"/>
          </a:xfrm>
        </p:spPr>
        <p:txBody>
          <a:bodyPr/>
          <a:lstStyle/>
          <a:p>
            <a:r>
              <a:rPr lang="en-US" dirty="0"/>
              <a:t>Where do you find the first call deck?</a:t>
            </a:r>
          </a:p>
          <a:p>
            <a:pPr lvl="1"/>
            <a:r>
              <a:rPr lang="en-US" dirty="0"/>
              <a:t>The product Marketing page for the product</a:t>
            </a:r>
          </a:p>
          <a:p>
            <a:pPr lvl="2"/>
            <a:r>
              <a:rPr lang="en-US" dirty="0"/>
              <a:t>Go here in Jive and select the correct product: </a:t>
            </a:r>
            <a:r>
              <a:rPr lang="en-US" dirty="0">
                <a:hlinkClick r:id="rId2"/>
              </a:rPr>
              <a:t>https://axway.jiveon.com/community/sales-portal/pages/global-sales-enablement</a:t>
            </a:r>
            <a:endParaRPr lang="en-US" dirty="0"/>
          </a:p>
          <a:p>
            <a:pPr lvl="2"/>
            <a:r>
              <a:rPr lang="en-US" dirty="0"/>
              <a:t>Once on the product marketing page, scroll down to the selling scenario (the name of the course will be the name of the selling scenario)</a:t>
            </a:r>
          </a:p>
          <a:p>
            <a:pPr lvl="2"/>
            <a:r>
              <a:rPr lang="en-US" dirty="0"/>
              <a:t>First call deck will be linked</a:t>
            </a:r>
          </a:p>
          <a:p>
            <a:r>
              <a:rPr lang="en-US" dirty="0"/>
              <a:t>Create HTML TM</a:t>
            </a:r>
          </a:p>
          <a:p>
            <a:pPr lvl="1"/>
            <a:r>
              <a:rPr lang="en-US" dirty="0"/>
              <a:t>Use image </a:t>
            </a:r>
            <a:r>
              <a:rPr lang="en-US" dirty="0">
                <a:hlinkClick r:id="rId3"/>
              </a:rPr>
              <a:t>Access first call deck image.png</a:t>
            </a:r>
            <a:endParaRPr lang="en-US" dirty="0"/>
          </a:p>
          <a:p>
            <a:pPr lvl="1"/>
            <a:r>
              <a:rPr lang="en-US" dirty="0"/>
              <a:t>Link the First Call deck URL to the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9CB414-0362-61D5-2084-35122EE8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TM of link to First Call Deck</a:t>
            </a:r>
          </a:p>
        </p:txBody>
      </p:sp>
    </p:spTree>
    <p:extLst>
      <p:ext uri="{BB962C8B-B14F-4D97-AF65-F5344CB8AC3E}">
        <p14:creationId xmlns:p14="http://schemas.microsoft.com/office/powerpoint/2010/main" val="242799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7997C7-15F7-E127-3B8B-273093BE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349406"/>
            <a:ext cx="9822687" cy="4950594"/>
          </a:xfrm>
        </p:spPr>
        <p:txBody>
          <a:bodyPr/>
          <a:lstStyle/>
          <a:p>
            <a:r>
              <a:rPr lang="en-US" dirty="0"/>
              <a:t>Where do you find the Sales </a:t>
            </a:r>
            <a:r>
              <a:rPr lang="en-US" dirty="0" err="1"/>
              <a:t>Playsheet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The product Marketing page for the product</a:t>
            </a:r>
          </a:p>
          <a:p>
            <a:pPr lvl="2"/>
            <a:r>
              <a:rPr lang="en-US" dirty="0"/>
              <a:t>Go here in Jive and select the correct product: </a:t>
            </a:r>
            <a:r>
              <a:rPr lang="en-US" dirty="0">
                <a:hlinkClick r:id="rId2"/>
              </a:rPr>
              <a:t>https://axway.jiveon.com/community/sales-portal/pages/global-sales-enablement</a:t>
            </a:r>
            <a:endParaRPr lang="en-US" dirty="0"/>
          </a:p>
          <a:p>
            <a:pPr lvl="2"/>
            <a:r>
              <a:rPr lang="en-US" dirty="0"/>
              <a:t>Once on the product marketing page, scroll down to the selling scenario (the name of the course will be the name of the selling scenario)</a:t>
            </a:r>
          </a:p>
          <a:p>
            <a:pPr lvl="2"/>
            <a:r>
              <a:rPr lang="en-US" dirty="0"/>
              <a:t>Sales </a:t>
            </a:r>
            <a:r>
              <a:rPr lang="en-US" dirty="0" err="1"/>
              <a:t>Playsheet</a:t>
            </a:r>
            <a:r>
              <a:rPr lang="en-US" dirty="0"/>
              <a:t> will be linked</a:t>
            </a:r>
          </a:p>
          <a:p>
            <a:r>
              <a:rPr lang="en-US" dirty="0"/>
              <a:t>Create HTML TM</a:t>
            </a:r>
          </a:p>
          <a:p>
            <a:pPr lvl="1"/>
            <a:r>
              <a:rPr lang="en-US" dirty="0"/>
              <a:t>Use image </a:t>
            </a:r>
            <a:r>
              <a:rPr lang="en-US" dirty="0">
                <a:hlinkClick r:id="rId3"/>
              </a:rPr>
              <a:t>access sales playsheet.png</a:t>
            </a:r>
            <a:endParaRPr lang="en-US" dirty="0"/>
          </a:p>
          <a:p>
            <a:pPr lvl="1"/>
            <a:r>
              <a:rPr lang="en-US" dirty="0"/>
              <a:t>Link the Sales </a:t>
            </a:r>
            <a:r>
              <a:rPr lang="en-US" dirty="0" err="1"/>
              <a:t>Playsheet</a:t>
            </a:r>
            <a:r>
              <a:rPr lang="en-US" dirty="0"/>
              <a:t> deck URL to the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9CB414-0362-61D5-2084-35122EE8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TM of link to Sales </a:t>
            </a:r>
            <a:r>
              <a:rPr lang="en-US" dirty="0" err="1"/>
              <a:t>Playsheet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8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7997C7-15F7-E127-3B8B-273093BE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349406"/>
            <a:ext cx="9822687" cy="4950594"/>
          </a:xfrm>
        </p:spPr>
        <p:txBody>
          <a:bodyPr/>
          <a:lstStyle/>
          <a:p>
            <a:r>
              <a:rPr lang="en-US" dirty="0"/>
              <a:t>Where do you find the Product Marketing Materials?</a:t>
            </a:r>
          </a:p>
          <a:p>
            <a:pPr lvl="1"/>
            <a:r>
              <a:rPr lang="en-US" dirty="0"/>
              <a:t>The product Marketing page for the product</a:t>
            </a:r>
          </a:p>
          <a:p>
            <a:pPr lvl="2"/>
            <a:r>
              <a:rPr lang="en-US" dirty="0"/>
              <a:t>Go here in Jive and select the correct product: </a:t>
            </a:r>
            <a:r>
              <a:rPr lang="en-US" dirty="0">
                <a:hlinkClick r:id="rId2"/>
              </a:rPr>
              <a:t>https://axway.jiveon.com/community/sales-portal/pages/global-sales-enablement</a:t>
            </a:r>
            <a:endParaRPr lang="en-US" dirty="0"/>
          </a:p>
          <a:p>
            <a:pPr lvl="2"/>
            <a:r>
              <a:rPr lang="en-US" dirty="0"/>
              <a:t>Once on the product marketing page, scroll down to the selling scenario (the name of the course will be the name of the selling scenario)</a:t>
            </a:r>
          </a:p>
          <a:p>
            <a:r>
              <a:rPr lang="en-US" dirty="0"/>
              <a:t>Create HTML TM</a:t>
            </a:r>
          </a:p>
          <a:p>
            <a:pPr lvl="1"/>
            <a:r>
              <a:rPr lang="en-US" dirty="0"/>
              <a:t>Create image using Generic Thumbnail template, use this slide as your template: </a:t>
            </a:r>
            <a:r>
              <a:rPr lang="de-DE" dirty="0">
                <a:hlinkClick r:id="rId3"/>
              </a:rPr>
              <a:t>AU V2 </a:t>
            </a:r>
            <a:r>
              <a:rPr lang="de-DE" dirty="0" err="1">
                <a:hlinkClick r:id="rId3"/>
              </a:rPr>
              <a:t>Generic</a:t>
            </a:r>
            <a:r>
              <a:rPr lang="de-DE" dirty="0">
                <a:hlinkClick r:id="rId3"/>
              </a:rPr>
              <a:t> Thumbnail.pptx</a:t>
            </a:r>
            <a:endParaRPr lang="en-US" dirty="0"/>
          </a:p>
          <a:p>
            <a:pPr lvl="1"/>
            <a:r>
              <a:rPr lang="en-US" dirty="0"/>
              <a:t>Link the Jive URL with the selling scenario anchor in the URL to the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9CB414-0362-61D5-2084-35122EE8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TM of link to Product Marketing materials</a:t>
            </a:r>
          </a:p>
        </p:txBody>
      </p:sp>
    </p:spTree>
    <p:extLst>
      <p:ext uri="{BB962C8B-B14F-4D97-AF65-F5344CB8AC3E}">
        <p14:creationId xmlns:p14="http://schemas.microsoft.com/office/powerpoint/2010/main" val="330368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2401DA-2F33-5014-13EA-EDE20FD4C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0719332" cy="4680000"/>
          </a:xfrm>
        </p:spPr>
        <p:txBody>
          <a:bodyPr/>
          <a:lstStyle/>
          <a:p>
            <a:r>
              <a:rPr lang="en-US" dirty="0"/>
              <a:t>Create course survey using Teams form inside the sales enablement channel.</a:t>
            </a:r>
          </a:p>
          <a:p>
            <a:pPr lvl="1"/>
            <a:r>
              <a:rPr lang="en-US" dirty="0"/>
              <a:t>Use an existing survey (they are tabs listed in the Sales enablement general channel) as the guide for the questions to use</a:t>
            </a:r>
          </a:p>
          <a:p>
            <a:pPr lvl="2"/>
            <a:r>
              <a:rPr lang="en-US" dirty="0"/>
              <a:t>You can’t copy surveys unfortunately.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r>
              <a:rPr lang="en-US" dirty="0"/>
              <a:t>Once the form is built click the “Collect Responses” button and copy that URL</a:t>
            </a:r>
          </a:p>
          <a:p>
            <a:r>
              <a:rPr lang="en-US" dirty="0"/>
              <a:t>Create an HTML TM and use this image, and link image to URL you copied from the collect responses.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B0624B-41B1-5930-4633-01DF4F05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TM of link to Course Survey</a:t>
            </a:r>
          </a:p>
        </p:txBody>
      </p:sp>
      <p:pic>
        <p:nvPicPr>
          <p:cNvPr id="1026" name="Picture 2" descr="Click here for survey">
            <a:hlinkClick r:id="rId2" tooltip="Click here for survey"/>
            <a:extLst>
              <a:ext uri="{FF2B5EF4-FFF2-40B4-BE49-F238E27FC236}">
                <a16:creationId xmlns:a16="http://schemas.microsoft.com/office/drawing/2014/main" id="{F79D8456-564A-7F7C-0F26-9B29E4D24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856" y="5055091"/>
            <a:ext cx="412432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5C3409-E248-8DDF-BEAE-D9C147FB6837}"/>
              </a:ext>
            </a:extLst>
          </p:cNvPr>
          <p:cNvCxnSpPr/>
          <p:nvPr/>
        </p:nvCxnSpPr>
        <p:spPr>
          <a:xfrm>
            <a:off x="6096000" y="4687410"/>
            <a:ext cx="429087" cy="2840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61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0042A8-ADFF-D5AA-02D9-CF7CB02A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9796054" cy="4680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Publish course, but do not put it into a catalog or LP yet!</a:t>
            </a:r>
          </a:p>
          <a:p>
            <a:r>
              <a:rPr lang="en-US" dirty="0"/>
              <a:t>Enroll Rosetta and Kristen into course</a:t>
            </a:r>
          </a:p>
          <a:p>
            <a:r>
              <a:rPr lang="en-US" dirty="0"/>
              <a:t>Create hand built link for the course</a:t>
            </a:r>
          </a:p>
          <a:p>
            <a:pPr lvl="1"/>
            <a:r>
              <a:rPr lang="en-US" dirty="0"/>
              <a:t>This is important, because </a:t>
            </a:r>
            <a:r>
              <a:rPr lang="en-US" dirty="0" err="1"/>
              <a:t>rosetta</a:t>
            </a:r>
            <a:r>
              <a:rPr lang="en-US" dirty="0"/>
              <a:t> will take the link you provide her and put it in an email and send that email to all Sales folks telling them the course is ready</a:t>
            </a:r>
          </a:p>
          <a:p>
            <a:pPr lvl="2"/>
            <a:r>
              <a:rPr lang="en-US" dirty="0"/>
              <a:t>I made the mistake once of sharing the URL from the course because I knew they were enrolled and was met with frustration that the link didn’t work for everyone.</a:t>
            </a:r>
          </a:p>
          <a:p>
            <a:r>
              <a:rPr lang="en-US" dirty="0"/>
              <a:t>Share link in the Sales Enablement channel asking Rosetta and Kristin to review before making available to everyone</a:t>
            </a:r>
          </a:p>
          <a:p>
            <a:r>
              <a:rPr lang="en-US" dirty="0"/>
              <a:t>Once approved, add course to catalog and the Sales Masterminds LP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F25C22-ABE5-F36C-6919-4B6B866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course is built</a:t>
            </a:r>
          </a:p>
        </p:txBody>
      </p:sp>
    </p:spTree>
    <p:extLst>
      <p:ext uri="{BB962C8B-B14F-4D97-AF65-F5344CB8AC3E}">
        <p14:creationId xmlns:p14="http://schemas.microsoft.com/office/powerpoint/2010/main" val="2926049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B45AFB-8AA3-6568-0AB1-D8E6C42B0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71852"/>
            <a:ext cx="9378804" cy="5128148"/>
          </a:xfrm>
        </p:spPr>
        <p:txBody>
          <a:bodyPr/>
          <a:lstStyle/>
          <a:p>
            <a:r>
              <a:rPr lang="en-US" dirty="0"/>
              <a:t>Rosetta wants the videos and presentation decks from the Sales Enablement Courses also put into the Sales New Hire Onboarding courses.</a:t>
            </a:r>
          </a:p>
          <a:p>
            <a:r>
              <a:rPr lang="en-US" dirty="0"/>
              <a:t>Have Rosetta confirm with you which courses the content should be put into.  </a:t>
            </a:r>
          </a:p>
          <a:p>
            <a:r>
              <a:rPr lang="en-US" dirty="0"/>
              <a:t>Just push the TMs from the CLOR in there, that way if the new hires happen to also take the </a:t>
            </a:r>
            <a:r>
              <a:rPr lang="en-US" dirty="0" err="1"/>
              <a:t>elearning</a:t>
            </a:r>
            <a:r>
              <a:rPr lang="en-US" dirty="0"/>
              <a:t> outside of the New hire training the TMs will be marked as complete.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359A49-37A5-ED3C-A224-0E77712E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the TMs to the Sales Onboarding course as well</a:t>
            </a:r>
          </a:p>
        </p:txBody>
      </p:sp>
    </p:spTree>
    <p:extLst>
      <p:ext uri="{BB962C8B-B14F-4D97-AF65-F5344CB8AC3E}">
        <p14:creationId xmlns:p14="http://schemas.microsoft.com/office/powerpoint/2010/main" val="207832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D66A-2A1A-825B-5DCA-07AE21255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349406"/>
            <a:ext cx="9467581" cy="4950594"/>
          </a:xfrm>
        </p:spPr>
        <p:txBody>
          <a:bodyPr>
            <a:normAutofit fontScale="925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Build course shell using Title and description provided by Rosetta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training materials and add to course shell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Course Description widget to course from the </a:t>
            </a:r>
            <a:r>
              <a:rPr lang="en-US"/>
              <a:t>Training Materials page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Publish course</a:t>
            </a:r>
          </a:p>
          <a:p>
            <a:pPr>
              <a:buFont typeface="+mj-lt"/>
              <a:buAutoNum type="arabicPeriod"/>
            </a:pPr>
            <a:r>
              <a:rPr lang="en-US" dirty="0"/>
              <a:t>Enroll Rosetta and Kristen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hand built link for course</a:t>
            </a:r>
          </a:p>
          <a:p>
            <a:pPr>
              <a:buFont typeface="+mj-lt"/>
              <a:buAutoNum type="arabicPeriod"/>
            </a:pPr>
            <a:r>
              <a:rPr lang="en-US" dirty="0"/>
              <a:t>Share hand built link in the Sales enablement channel for Rosetta/Kristen to approve course</a:t>
            </a:r>
          </a:p>
          <a:p>
            <a:pPr>
              <a:buFont typeface="+mj-lt"/>
              <a:buAutoNum type="arabicPeriod"/>
            </a:pPr>
            <a:r>
              <a:rPr lang="en-US" dirty="0"/>
              <a:t>Once approved, add course to Catalog and LP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TMs to the Sales New Hire Onboarding course (Rosetta should confirm which course to use)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4B12B-60EA-711F-4A1D-EA7738E4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982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SLIDE_COUNT" val="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10.7|24.7|15.1|16.4"/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heme/theme1.xml><?xml version="1.0" encoding="utf-8"?>
<a:theme xmlns:a="http://schemas.openxmlformats.org/drawingml/2006/main" name="Cover and Div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5A73A7BC-E5BE-4085-ADB1-0232A46D9C97}"/>
    </a:ext>
  </a:extLst>
</a:theme>
</file>

<file path=ppt/theme/theme2.xml><?xml version="1.0" encoding="utf-8"?>
<a:theme xmlns:a="http://schemas.openxmlformats.org/drawingml/2006/main" name="Custom Desig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BC6F04C2-E774-4FAF-B2DB-01391D4DE45C}"/>
    </a:ext>
  </a:extLst>
</a:theme>
</file>

<file path=ppt/theme/theme3.xml><?xml version="1.0" encoding="utf-8"?>
<a:theme xmlns:a="http://schemas.openxmlformats.org/drawingml/2006/main" name="Time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76D91489-B72D-4A04-B8B6-A69731D1A9F3}"/>
    </a:ext>
  </a:extLst>
</a:theme>
</file>

<file path=ppt/theme/theme4.xml><?xml version="1.0" encoding="utf-8"?>
<a:theme xmlns:a="http://schemas.openxmlformats.org/drawingml/2006/main" name="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819E3B97-951B-44E4-ABFB-D14998EBE9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118952-da23-46fc-a354-c6ad1374654c" xsi:nil="true"/>
    <lcf76f155ced4ddcb4097134ff3c332f xmlns="36e2c0aa-e511-445f-8039-2569a9f10996">
      <Terms xmlns="http://schemas.microsoft.com/office/infopath/2007/PartnerControls"/>
    </lcf76f155ced4ddcb4097134ff3c332f>
    <SenttoAP xmlns="36e2c0aa-e511-445f-8039-2569a9f1099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1E95EA1F586458AF07F3DE8617C42" ma:contentTypeVersion="28" ma:contentTypeDescription="Create a new document." ma:contentTypeScope="" ma:versionID="f2c10ccd21469bed2c04839668855590">
  <xsd:schema xmlns:xsd="http://www.w3.org/2001/XMLSchema" xmlns:xs="http://www.w3.org/2001/XMLSchema" xmlns:p="http://schemas.microsoft.com/office/2006/metadata/properties" xmlns:ns2="36e2c0aa-e511-445f-8039-2569a9f10996" xmlns:ns3="fa118952-da23-46fc-a354-c6ad1374654c" targetNamespace="http://schemas.microsoft.com/office/2006/metadata/properties" ma:root="true" ma:fieldsID="017c8616f8d1d62aacfe63684c7f422d" ns2:_="" ns3:_="">
    <xsd:import namespace="36e2c0aa-e511-445f-8039-2569a9f10996"/>
    <xsd:import namespace="fa118952-da23-46fc-a354-c6ad137465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SenttoA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2c0aa-e511-445f-8039-2569a9f109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446fa58-7adc-4f96-943c-3685cd4d85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Approval status" ma:internalName="_ApprovalStatus" ma:readOnly="true">
      <xsd:simpleType>
        <xsd:restriction base="dms:Unknown"/>
      </xsd:simpleType>
    </xsd:element>
    <xsd:element name="SenttoAP" ma:index="31" nillable="true" ma:displayName="Sent to AP" ma:description="Check this box if the invoice was emailed to the appropriate AP contact." ma:format="Dropdown" ma:internalName="SenttoAP">
      <xsd:simpleType>
        <xsd:restriction base="dms:Choice">
          <xsd:enumeration value="Sent"/>
          <xsd:enumeration value="Not Sent"/>
          <xsd:enumeration value="Choic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18952-da23-46fc-a354-c6ad1374654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57cc56-6c9f-4f5f-88a5-42ee222f1f4c}" ma:internalName="TaxCatchAll" ma:showField="CatchAllData" ma:web="fa118952-da23-46fc-a354-c6ad137465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3F81A0-0BEF-4344-8973-E1EC47FD2E8A}">
  <ds:schemaRefs>
    <ds:schemaRef ds:uri="http://schemas.microsoft.com/office/infopath/2007/PartnerControls"/>
    <ds:schemaRef ds:uri="fa118952-da23-46fc-a354-c6ad1374654c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36e2c0aa-e511-445f-8039-2569a9f1099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8BAA835-B8AF-4AF3-B39C-08B4EE8818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986CD1-3F94-452A-B99D-284642CC5446}"/>
</file>

<file path=docProps/app.xml><?xml version="1.0" encoding="utf-8"?>
<Properties xmlns="http://schemas.openxmlformats.org/officeDocument/2006/extended-properties" xmlns:vt="http://schemas.openxmlformats.org/officeDocument/2006/docPropsVTypes">
  <Template>AMPLPIFY SLK Video Tutorial Template (3)</Template>
  <TotalTime>0</TotalTime>
  <Words>1007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Roboto Regular</vt:lpstr>
      <vt:lpstr>Wingdings</vt:lpstr>
      <vt:lpstr>Cover and Divder</vt:lpstr>
      <vt:lpstr>Custom Designs</vt:lpstr>
      <vt:lpstr>Timeline</vt:lpstr>
      <vt:lpstr>End</vt:lpstr>
      <vt:lpstr>How to set up SalesMasterminds Courses</vt:lpstr>
      <vt:lpstr>Process Info</vt:lpstr>
      <vt:lpstr>Overview</vt:lpstr>
      <vt:lpstr>Course Properties</vt:lpstr>
      <vt:lpstr>Training Materials</vt:lpstr>
      <vt:lpstr>HTML TM of link to First Call Deck</vt:lpstr>
      <vt:lpstr>HTML TM of link to Sales Playsheet</vt:lpstr>
      <vt:lpstr>HTML TM of link to Product Marketing materials</vt:lpstr>
      <vt:lpstr>HTML TM of link to Course Survey</vt:lpstr>
      <vt:lpstr>After course is built</vt:lpstr>
      <vt:lpstr>Push the TMs to the Sales Onboarding course as well</vt:lpstr>
      <vt:lpstr>Summary</vt:lpstr>
    </vt:vector>
  </TitlesOfParts>
  <Company>Axway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AMPLIFY SLK video</dc:title>
  <dc:creator>Damien Lerminiaux</dc:creator>
  <cp:lastModifiedBy>Annarose Peterson</cp:lastModifiedBy>
  <cp:revision>3</cp:revision>
  <dcterms:created xsi:type="dcterms:W3CDTF">2019-08-05T11:02:20Z</dcterms:created>
  <dcterms:modified xsi:type="dcterms:W3CDTF">2023-06-23T18:08:15Z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9e66e6fb-5ce5-487e-9c37-31d770e44fed</vt:lpwstr>
  </property>
  <property fmtid="{D5CDD505-2E9C-101B-9397-08002B2CF9AE}" pid="3" name="ArticulateGUID">
    <vt:lpwstr>E6257394-D6F5-4196-A980-14D6627F276F</vt:lpwstr>
  </property>
  <property fmtid="{D5CDD505-2E9C-101B-9397-08002B2CF9AE}" pid="4" name="ArticulatePath">
    <vt:lpwstr>AMPLIFY SLK Intro Template_2</vt:lpwstr>
  </property>
  <property fmtid="{D5CDD505-2E9C-101B-9397-08002B2CF9AE}" pid="5" name="ContentTypeId">
    <vt:lpwstr>0x0101004A31E95EA1F586458AF07F3DE8617C42</vt:lpwstr>
  </property>
  <property fmtid="{D5CDD505-2E9C-101B-9397-08002B2CF9AE}" pid="6" name="MediaServiceImageTags">
    <vt:lpwstr/>
  </property>
</Properties>
</file>