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tags/tag1.xml" ContentType="application/vnd.openxmlformats-officedocument.presentationml.tags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theme/theme3.xml" ContentType="application/vnd.openxmlformats-officedocument.theme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theme/theme4.xml" ContentType="application/vnd.openxmlformats-officedocument.theme+xml"/>
  <Override PartName="/ppt/tags/tag4.xml" ContentType="application/vnd.openxmlformats-officedocument.presentationml.tags+xml"/>
  <Override PartName="/ppt/theme/theme5.xml" ContentType="application/vnd.openxmlformats-officedocument.theme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60" r:id="rId4"/>
    <p:sldMasterId id="2147483696" r:id="rId5"/>
    <p:sldMasterId id="2147483681" r:id="rId6"/>
    <p:sldMasterId id="2147483685" r:id="rId7"/>
  </p:sldMasterIdLst>
  <p:notesMasterIdLst>
    <p:notesMasterId r:id="rId16"/>
  </p:notesMasterIdLst>
  <p:sldIdLst>
    <p:sldId id="715" r:id="rId8"/>
    <p:sldId id="716" r:id="rId9"/>
    <p:sldId id="731" r:id="rId10"/>
    <p:sldId id="733" r:id="rId11"/>
    <p:sldId id="734" r:id="rId12"/>
    <p:sldId id="735" r:id="rId13"/>
    <p:sldId id="736" r:id="rId14"/>
    <p:sldId id="737" r:id="rId15"/>
  </p:sldIdLst>
  <p:sldSz cx="12192000" cy="6858000"/>
  <p:notesSz cx="6858000" cy="9144000"/>
  <p:custDataLst>
    <p:tags r:id="rId17"/>
  </p:custData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Mauro Locarnini" initials="ML" lastIdx="2" clrIdx="0">
    <p:extLst>
      <p:ext uri="{19B8F6BF-5375-455C-9EA6-DF929625EA0E}">
        <p15:presenceInfo xmlns:p15="http://schemas.microsoft.com/office/powerpoint/2012/main" userId="Mauro Locarnini" providerId="Non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6580"/>
    <a:srgbClr val="203864"/>
    <a:srgbClr val="2B7483"/>
    <a:srgbClr val="FFFF00"/>
    <a:srgbClr val="972960"/>
    <a:srgbClr val="6C1D45"/>
    <a:srgbClr val="E7E6E6"/>
    <a:srgbClr val="FFFFFF"/>
    <a:srgbClr val="43A7BE"/>
    <a:srgbClr val="6F706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7E60A06D-472E-4F9C-A14D-F665E3384CFD}" v="139" dt="2023-03-16T17:34:07.342"/>
    <p1510:client id="{7F055FA4-956C-479B-91A4-2657C980FB79}" v="54" dt="2023-03-16T21:29:35.086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08" d="100"/>
          <a:sy n="108" d="100"/>
        </p:scale>
        <p:origin x="678" y="10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1.xml"/><Relationship Id="rId13" Type="http://schemas.openxmlformats.org/officeDocument/2006/relationships/slide" Target="slides/slide6.xml"/><Relationship Id="rId18" Type="http://schemas.openxmlformats.org/officeDocument/2006/relationships/commentAuthors" Target="commentAuthors.xml"/><Relationship Id="rId3" Type="http://schemas.openxmlformats.org/officeDocument/2006/relationships/customXml" Target="../customXml/item3.xml"/><Relationship Id="rId21" Type="http://schemas.openxmlformats.org/officeDocument/2006/relationships/theme" Target="theme/theme1.xml"/><Relationship Id="rId7" Type="http://schemas.openxmlformats.org/officeDocument/2006/relationships/slideMaster" Target="slideMasters/slideMaster4.xml"/><Relationship Id="rId12" Type="http://schemas.openxmlformats.org/officeDocument/2006/relationships/slide" Target="slides/slide5.xml"/><Relationship Id="rId17" Type="http://schemas.openxmlformats.org/officeDocument/2006/relationships/tags" Target="tags/tag1.xml"/><Relationship Id="rId2" Type="http://schemas.openxmlformats.org/officeDocument/2006/relationships/customXml" Target="../customXml/item2.xml"/><Relationship Id="rId16" Type="http://schemas.openxmlformats.org/officeDocument/2006/relationships/notesMaster" Target="notesMasters/notesMaster1.xml"/><Relationship Id="rId20" Type="http://schemas.openxmlformats.org/officeDocument/2006/relationships/viewProps" Target="viewProps.xml"/><Relationship Id="rId1" Type="http://schemas.openxmlformats.org/officeDocument/2006/relationships/customXml" Target="../customXml/item1.xml"/><Relationship Id="rId6" Type="http://schemas.openxmlformats.org/officeDocument/2006/relationships/slideMaster" Target="slideMasters/slideMaster3.xml"/><Relationship Id="rId11" Type="http://schemas.openxmlformats.org/officeDocument/2006/relationships/slide" Target="slides/slide4.xml"/><Relationship Id="rId24" Type="http://schemas.microsoft.com/office/2015/10/relationships/revisionInfo" Target="revisionInfo.xml"/><Relationship Id="rId5" Type="http://schemas.openxmlformats.org/officeDocument/2006/relationships/slideMaster" Target="slideMasters/slideMaster2.xml"/><Relationship Id="rId15" Type="http://schemas.openxmlformats.org/officeDocument/2006/relationships/slide" Target="slides/slide8.xml"/><Relationship Id="rId23" Type="http://schemas.microsoft.com/office/2016/11/relationships/changesInfo" Target="changesInfos/changesInfo1.xml"/><Relationship Id="rId10" Type="http://schemas.openxmlformats.org/officeDocument/2006/relationships/slide" Target="slides/slide3.xml"/><Relationship Id="rId19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2.xml"/><Relationship Id="rId14" Type="http://schemas.openxmlformats.org/officeDocument/2006/relationships/slide" Target="slides/slide7.xml"/><Relationship Id="rId22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Don Burnside" userId="S::dburnside@axway.com::89c3471a-7668-46f7-b47a-80c478617a4e" providerId="AD" clId="Web-{7E60A06D-472E-4F9C-A14D-F665E3384CFD}"/>
    <pc:docChg chg="addSld modSld">
      <pc:chgData name="Don Burnside" userId="S::dburnside@axway.com::89c3471a-7668-46f7-b47a-80c478617a4e" providerId="AD" clId="Web-{7E60A06D-472E-4F9C-A14D-F665E3384CFD}" dt="2023-03-16T17:34:07.342" v="136" actId="20577"/>
      <pc:docMkLst>
        <pc:docMk/>
      </pc:docMkLst>
      <pc:sldChg chg="delSp modSp add replId">
        <pc:chgData name="Don Burnside" userId="S::dburnside@axway.com::89c3471a-7668-46f7-b47a-80c478617a4e" providerId="AD" clId="Web-{7E60A06D-472E-4F9C-A14D-F665E3384CFD}" dt="2023-03-16T17:34:07.342" v="136" actId="20577"/>
        <pc:sldMkLst>
          <pc:docMk/>
          <pc:sldMk cId="3749918038" sldId="737"/>
        </pc:sldMkLst>
        <pc:spChg chg="mod">
          <ac:chgData name="Don Burnside" userId="S::dburnside@axway.com::89c3471a-7668-46f7-b47a-80c478617a4e" providerId="AD" clId="Web-{7E60A06D-472E-4F9C-A14D-F665E3384CFD}" dt="2023-03-16T17:31:38.603" v="8" actId="20577"/>
          <ac:spMkLst>
            <pc:docMk/>
            <pc:sldMk cId="3749918038" sldId="737"/>
            <ac:spMk id="2" creationId="{DC3A2FAC-4307-61ED-7568-F58AA35BFE3B}"/>
          </ac:spMkLst>
        </pc:spChg>
        <pc:spChg chg="mod">
          <ac:chgData name="Don Burnside" userId="S::dburnside@axway.com::89c3471a-7668-46f7-b47a-80c478617a4e" providerId="AD" clId="Web-{7E60A06D-472E-4F9C-A14D-F665E3384CFD}" dt="2023-03-16T17:34:07.342" v="136" actId="20577"/>
          <ac:spMkLst>
            <pc:docMk/>
            <pc:sldMk cId="3749918038" sldId="737"/>
            <ac:spMk id="3" creationId="{46435907-F240-2A8D-02A4-077E701DFF7C}"/>
          </ac:spMkLst>
        </pc:spChg>
        <pc:picChg chg="del">
          <ac:chgData name="Don Burnside" userId="S::dburnside@axway.com::89c3471a-7668-46f7-b47a-80c478617a4e" providerId="AD" clId="Web-{7E60A06D-472E-4F9C-A14D-F665E3384CFD}" dt="2023-03-16T17:32:54.355" v="133"/>
          <ac:picMkLst>
            <pc:docMk/>
            <pc:sldMk cId="3749918038" sldId="737"/>
            <ac:picMk id="6" creationId="{564C7BE0-7175-E561-D8C9-C5AC4C076EE2}"/>
          </ac:picMkLst>
        </pc:picChg>
      </pc:sldChg>
    </pc:docChg>
  </pc:docChgLst>
  <pc:docChgLst>
    <pc:chgData name="Don Burnside" userId="S::dburnside@axway.com::89c3471a-7668-46f7-b47a-80c478617a4e" providerId="AD" clId="Web-{7F055FA4-956C-479B-91A4-2657C980FB79}"/>
    <pc:docChg chg="modSld">
      <pc:chgData name="Don Burnside" userId="S::dburnside@axway.com::89c3471a-7668-46f7-b47a-80c478617a4e" providerId="AD" clId="Web-{7F055FA4-956C-479B-91A4-2657C980FB79}" dt="2023-03-16T21:29:34.664" v="55" actId="20577"/>
      <pc:docMkLst>
        <pc:docMk/>
      </pc:docMkLst>
      <pc:sldChg chg="addSp modSp">
        <pc:chgData name="Don Burnside" userId="S::dburnside@axway.com::89c3471a-7668-46f7-b47a-80c478617a4e" providerId="AD" clId="Web-{7F055FA4-956C-479B-91A4-2657C980FB79}" dt="2023-03-16T21:29:34.664" v="55" actId="20577"/>
        <pc:sldMkLst>
          <pc:docMk/>
          <pc:sldMk cId="3749918038" sldId="737"/>
        </pc:sldMkLst>
        <pc:spChg chg="mod">
          <ac:chgData name="Don Burnside" userId="S::dburnside@axway.com::89c3471a-7668-46f7-b47a-80c478617a4e" providerId="AD" clId="Web-{7F055FA4-956C-479B-91A4-2657C980FB79}" dt="2023-03-16T21:29:34.664" v="55" actId="20577"/>
          <ac:spMkLst>
            <pc:docMk/>
            <pc:sldMk cId="3749918038" sldId="737"/>
            <ac:spMk id="3" creationId="{46435907-F240-2A8D-02A4-077E701DFF7C}"/>
          </ac:spMkLst>
        </pc:spChg>
        <pc:picChg chg="add mod">
          <ac:chgData name="Don Burnside" userId="S::dburnside@axway.com::89c3471a-7668-46f7-b47a-80c478617a4e" providerId="AD" clId="Web-{7F055FA4-956C-479B-91A4-2657C980FB79}" dt="2023-03-16T21:29:07.757" v="5" actId="14100"/>
          <ac:picMkLst>
            <pc:docMk/>
            <pc:sldMk cId="3749918038" sldId="737"/>
            <ac:picMk id="4" creationId="{AC951D23-1BD0-E22B-D088-675B173298E9}"/>
          </ac:picMkLst>
        </pc:pic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5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9B479D8-8FED-8E4F-8C1D-77BBC8E04FE2}" type="datetimeFigureOut">
              <a:rPr lang="en-US" smtClean="0"/>
              <a:t>3/16/2023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8560A2-64B5-664A-9FDC-B9CEA5DF771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8927355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2.xml"/><Relationship Id="rId4" Type="http://schemas.openxmlformats.org/officeDocument/2006/relationships/image" Target="../media/image2.svg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3.xml"/><Relationship Id="rId4" Type="http://schemas.openxmlformats.org/officeDocument/2006/relationships/image" Target="../media/image4.svg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2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Master" Target="../slideMasters/slideMaster2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emf"/><Relationship Id="rId1" Type="http://schemas.openxmlformats.org/officeDocument/2006/relationships/slideMaster" Target="../slideMasters/slideMaster2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Master" Target="../slideMasters/slideMaster4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20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4.xml"/><Relationship Id="rId1" Type="http://schemas.openxmlformats.org/officeDocument/2006/relationships/tags" Target="../tags/tag4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earning plan slide Tr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tangle 13">
            <a:extLst>
              <a:ext uri="{FF2B5EF4-FFF2-40B4-BE49-F238E27FC236}">
                <a16:creationId xmlns:a16="http://schemas.microsoft.com/office/drawing/2014/main" id="{8FA565CA-05A4-4E5E-ACBF-67FF38993007}"/>
              </a:ext>
            </a:extLst>
          </p:cNvPr>
          <p:cNvSpPr/>
          <p:nvPr userDrawn="1"/>
        </p:nvSpPr>
        <p:spPr>
          <a:xfrm>
            <a:off x="0" y="-1746"/>
            <a:ext cx="11472000" cy="5789730"/>
          </a:xfrm>
          <a:prstGeom prst="rect">
            <a:avLst/>
          </a:prstGeom>
          <a:solidFill>
            <a:srgbClr val="EBECE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CA6D36D-8DA4-473C-B35F-0CD7DFEFC279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12379" y="1080000"/>
            <a:ext cx="5723259" cy="923330"/>
          </a:xfrm>
        </p:spPr>
        <p:txBody>
          <a:bodyPr wrap="square" anchor="t">
            <a:spAutoFit/>
          </a:bodyPr>
          <a:lstStyle>
            <a:lvl1pPr algn="l">
              <a:defRPr sz="6000">
                <a:solidFill>
                  <a:srgbClr val="4A4F54"/>
                </a:solidFill>
              </a:defRPr>
            </a:lvl1pPr>
          </a:lstStyle>
          <a:p>
            <a:r>
              <a:rPr lang="en-US" dirty="0"/>
              <a:t>How-to Title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995E09F-828B-4426-B099-49B8878CB682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12379" y="3600000"/>
            <a:ext cx="5723259" cy="2160000"/>
          </a:xfrm>
        </p:spPr>
        <p:txBody>
          <a:bodyPr>
            <a:normAutofit/>
          </a:bodyPr>
          <a:lstStyle>
            <a:lvl1pPr marL="0" indent="0" algn="l">
              <a:buNone/>
              <a:defRPr sz="4000">
                <a:solidFill>
                  <a:srgbClr val="4A4F54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Sub Title</a:t>
            </a:r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DB9BD60D-8BAF-4B92-B62B-50FAF6786AFC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6916537" y="4068000"/>
            <a:ext cx="3240000" cy="1080000"/>
          </a:xfrm>
        </p:spPr>
        <p:txBody>
          <a:bodyPr anchor="ctr">
            <a:normAutofit/>
          </a:bodyPr>
          <a:lstStyle>
            <a:lvl1pPr marL="0" indent="0" algn="ctr">
              <a:buNone/>
              <a:defRPr sz="3600">
                <a:solidFill>
                  <a:srgbClr val="4A4F54"/>
                </a:solidFill>
              </a:defRPr>
            </a:lvl1pPr>
            <a:lvl2pPr marL="457200" indent="0">
              <a:buNone/>
              <a:defRPr>
                <a:solidFill>
                  <a:schemeClr val="bg1"/>
                </a:solidFill>
              </a:defRPr>
            </a:lvl2pPr>
            <a:lvl3pPr marL="914400" indent="0">
              <a:buNone/>
              <a:defRPr>
                <a:solidFill>
                  <a:schemeClr val="bg1"/>
                </a:solidFill>
              </a:defRPr>
            </a:lvl3pPr>
            <a:lvl4pPr marL="1371600" indent="0">
              <a:buNone/>
              <a:defRPr>
                <a:solidFill>
                  <a:schemeClr val="bg1"/>
                </a:solidFill>
              </a:defRPr>
            </a:lvl4pPr>
            <a:lvl5pPr marL="1828800" indent="0"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AU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1CAE7293-A224-44BF-BCB6-36C4F61D2AF1}"/>
              </a:ext>
            </a:extLst>
          </p:cNvPr>
          <p:cNvSpPr/>
          <p:nvPr userDrawn="1"/>
        </p:nvSpPr>
        <p:spPr>
          <a:xfrm>
            <a:off x="11472000" y="0"/>
            <a:ext cx="720000" cy="720000"/>
          </a:xfrm>
          <a:prstGeom prst="rect">
            <a:avLst/>
          </a:prstGeom>
          <a:solidFill>
            <a:srgbClr val="00658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4A4F54"/>
              </a:solidFill>
            </a:endParaRPr>
          </a:p>
        </p:txBody>
      </p:sp>
      <p:pic>
        <p:nvPicPr>
          <p:cNvPr id="15" name="Picture 120">
            <a:extLst>
              <a:ext uri="{FF2B5EF4-FFF2-40B4-BE49-F238E27FC236}">
                <a16:creationId xmlns:a16="http://schemas.microsoft.com/office/drawing/2014/main" id="{E397DB51-AD6A-1ED2-0FAE-9E3A6475D960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rcRect/>
          <a:stretch/>
        </p:blipFill>
        <p:spPr>
          <a:xfrm>
            <a:off x="7299397" y="1132138"/>
            <a:ext cx="2455022" cy="2455022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229723701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613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 Generic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B3E4C74-3388-4B46-A220-E514F7F82603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360000" y="1620000"/>
            <a:ext cx="8640000" cy="4680000"/>
          </a:xfrm>
        </p:spPr>
        <p:txBody>
          <a:bodyPr>
            <a:normAutofit/>
          </a:bodyPr>
          <a:lstStyle>
            <a:lvl1pPr marL="457200" indent="-457200">
              <a:buClr>
                <a:srgbClr val="D12531"/>
              </a:buClr>
              <a:buFont typeface="Wingdings" panose="05000000000000000000" pitchFamily="2" charset="2"/>
              <a:buChar char="§"/>
              <a:defRPr sz="2500"/>
            </a:lvl1pPr>
            <a:lvl2pPr marL="914400" indent="-457200">
              <a:buClr>
                <a:srgbClr val="D12531"/>
              </a:buClr>
              <a:buFont typeface="Wingdings" panose="05000000000000000000" pitchFamily="2" charset="2"/>
              <a:buChar char="ü"/>
              <a:defRPr/>
            </a:lvl2pPr>
            <a:lvl3pPr marL="1371600" indent="-457200">
              <a:buClr>
                <a:srgbClr val="D12531"/>
              </a:buClr>
              <a:buFont typeface="Wingdings" panose="05000000000000000000" pitchFamily="2" charset="2"/>
              <a:buChar char="ü"/>
              <a:defRPr/>
            </a:lvl3pPr>
          </a:lstStyle>
          <a:p>
            <a:pPr lvl="0"/>
            <a:r>
              <a:rPr lang="en-US"/>
              <a:t>Write down your text over here</a:t>
            </a:r>
          </a:p>
        </p:txBody>
      </p:sp>
      <p:sp>
        <p:nvSpPr>
          <p:cNvPr id="10" name="Title 1">
            <a:extLst>
              <a:ext uri="{FF2B5EF4-FFF2-40B4-BE49-F238E27FC236}">
                <a16:creationId xmlns:a16="http://schemas.microsoft.com/office/drawing/2014/main" id="{9A6B1DC3-FF50-47BC-A3CB-931AF6B9F49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60000" y="108000"/>
            <a:ext cx="10620000" cy="900000"/>
          </a:xfrm>
        </p:spPr>
        <p:txBody>
          <a:bodyPr>
            <a:normAutofit/>
          </a:bodyPr>
          <a:lstStyle>
            <a:lvl1pPr>
              <a:defRPr sz="3000"/>
            </a:lvl1pPr>
          </a:lstStyle>
          <a:p>
            <a:r>
              <a:rPr lang="en-US" dirty="0"/>
              <a:t>Title of the screen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C9D87A6B-2E32-4C09-909E-609226EBC562}"/>
              </a:ext>
            </a:extLst>
          </p:cNvPr>
          <p:cNvSpPr/>
          <p:nvPr userDrawn="1"/>
        </p:nvSpPr>
        <p:spPr>
          <a:xfrm>
            <a:off x="10766560" y="-6400"/>
            <a:ext cx="1440000" cy="1440000"/>
          </a:xfrm>
          <a:prstGeom prst="rect">
            <a:avLst/>
          </a:prstGeom>
          <a:solidFill>
            <a:srgbClr val="FF242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7F8184"/>
              </a:solidFill>
            </a:endParaRPr>
          </a:p>
        </p:txBody>
      </p:sp>
      <p:pic>
        <p:nvPicPr>
          <p:cNvPr id="7" name="Picture 120">
            <a:extLst>
              <a:ext uri="{FF2B5EF4-FFF2-40B4-BE49-F238E27FC236}">
                <a16:creationId xmlns:a16="http://schemas.microsoft.com/office/drawing/2014/main" id="{3CD3DFC2-2DCD-8FDB-95A3-9CDD7EC7129D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rcRect/>
          <a:stretch/>
        </p:blipFill>
        <p:spPr>
          <a:xfrm>
            <a:off x="10980000" y="199177"/>
            <a:ext cx="1034200" cy="1034200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190174576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ustom - side quo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074DB34B-B216-1144-B65B-E2D80C013B26}"/>
              </a:ext>
            </a:extLst>
          </p:cNvPr>
          <p:cNvSpPr/>
          <p:nvPr userDrawn="1"/>
        </p:nvSpPr>
        <p:spPr>
          <a:xfrm>
            <a:off x="7673746" y="1698680"/>
            <a:ext cx="4097215" cy="4185772"/>
          </a:xfrm>
          <a:prstGeom prst="rect">
            <a:avLst/>
          </a:prstGeom>
          <a:solidFill>
            <a:srgbClr val="EFEFE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3F574A58-941B-6C42-9252-A096A288A1D5}"/>
              </a:ext>
            </a:extLst>
          </p:cNvPr>
          <p:cNvSpPr txBox="1"/>
          <p:nvPr userDrawn="1"/>
        </p:nvSpPr>
        <p:spPr>
          <a:xfrm>
            <a:off x="339436" y="6314984"/>
            <a:ext cx="1935413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>
                <a:solidFill>
                  <a:srgbClr val="D22630"/>
                </a:solidFill>
                <a:latin typeface="Roboto" panose="02000000000000000000" pitchFamily="2" charset="0"/>
                <a:ea typeface="Roboto" panose="02000000000000000000" pitchFamily="2" charset="0"/>
                <a:cs typeface="Roboto Condensed Light" panose="02000000000000000000" pitchFamily="2" charset="0"/>
              </a:rPr>
              <a:t>axway.com</a:t>
            </a:r>
          </a:p>
        </p:txBody>
      </p:sp>
      <p:sp>
        <p:nvSpPr>
          <p:cNvPr id="9" name="Content Placeholder 13">
            <a:extLst>
              <a:ext uri="{FF2B5EF4-FFF2-40B4-BE49-F238E27FC236}">
                <a16:creationId xmlns:a16="http://schemas.microsoft.com/office/drawing/2014/main" id="{E2084118-89BE-0D49-A9F9-D806497E2E39}"/>
              </a:ext>
            </a:extLst>
          </p:cNvPr>
          <p:cNvSpPr>
            <a:spLocks noGrp="1"/>
          </p:cNvSpPr>
          <p:nvPr>
            <p:ph sz="quarter" idx="15" hasCustomPrompt="1"/>
          </p:nvPr>
        </p:nvSpPr>
        <p:spPr>
          <a:xfrm>
            <a:off x="8092773" y="2774793"/>
            <a:ext cx="3270739" cy="1673352"/>
          </a:xfrm>
        </p:spPr>
        <p:txBody>
          <a:bodyPr anchor="ctr">
            <a:normAutofit/>
          </a:bodyPr>
          <a:lstStyle>
            <a:lvl1pPr marL="0" indent="0" algn="ctr">
              <a:lnSpc>
                <a:spcPct val="100000"/>
              </a:lnSpc>
              <a:buNone/>
              <a:defRPr sz="2800" b="1">
                <a:solidFill>
                  <a:srgbClr val="6C1D45"/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1pPr>
          </a:lstStyle>
          <a:p>
            <a:pPr lvl="0"/>
            <a:r>
              <a:rPr lang="en-US"/>
              <a:t>Body copy</a:t>
            </a:r>
          </a:p>
        </p:txBody>
      </p:sp>
      <p:sp>
        <p:nvSpPr>
          <p:cNvPr id="10" name="Content Placeholder 3">
            <a:extLst>
              <a:ext uri="{FF2B5EF4-FFF2-40B4-BE49-F238E27FC236}">
                <a16:creationId xmlns:a16="http://schemas.microsoft.com/office/drawing/2014/main" id="{A19B49DC-3293-1A4A-A61E-B8FB500508ED}"/>
              </a:ext>
            </a:extLst>
          </p:cNvPr>
          <p:cNvSpPr>
            <a:spLocks noGrp="1"/>
          </p:cNvSpPr>
          <p:nvPr>
            <p:ph sz="half" idx="16" hasCustomPrompt="1"/>
          </p:nvPr>
        </p:nvSpPr>
        <p:spPr>
          <a:xfrm>
            <a:off x="8092773" y="4659189"/>
            <a:ext cx="3270739" cy="496271"/>
          </a:xfrm>
        </p:spPr>
        <p:txBody>
          <a:bodyPr>
            <a:normAutofit/>
          </a:bodyPr>
          <a:lstStyle>
            <a:lvl1pPr marL="0" indent="0" algn="r">
              <a:buNone/>
              <a:defRPr sz="1600" b="0">
                <a:solidFill>
                  <a:srgbClr val="4A4F54"/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1pPr>
          </a:lstStyle>
          <a:p>
            <a:pPr lvl="0"/>
            <a:r>
              <a:rPr lang="en-US"/>
              <a:t>— Attribution</a:t>
            </a:r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32807144-58F3-864E-8052-27D14CE0FFD2}"/>
              </a:ext>
            </a:extLst>
          </p:cNvPr>
          <p:cNvCxnSpPr>
            <a:cxnSpLocks noChangeAspect="1"/>
          </p:cNvCxnSpPr>
          <p:nvPr userDrawn="1"/>
        </p:nvCxnSpPr>
        <p:spPr>
          <a:xfrm>
            <a:off x="7987263" y="2227525"/>
            <a:ext cx="3470183" cy="0"/>
          </a:xfrm>
          <a:prstGeom prst="line">
            <a:avLst/>
          </a:prstGeom>
          <a:ln>
            <a:solidFill>
              <a:srgbClr val="4A4F54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643D6997-D6AC-CC42-BE97-60C64CAE5EB3}"/>
              </a:ext>
            </a:extLst>
          </p:cNvPr>
          <p:cNvCxnSpPr>
            <a:cxnSpLocks noChangeAspect="1"/>
          </p:cNvCxnSpPr>
          <p:nvPr userDrawn="1"/>
        </p:nvCxnSpPr>
        <p:spPr>
          <a:xfrm>
            <a:off x="7987263" y="5439649"/>
            <a:ext cx="3470183" cy="0"/>
          </a:xfrm>
          <a:prstGeom prst="line">
            <a:avLst/>
          </a:prstGeom>
          <a:ln>
            <a:solidFill>
              <a:srgbClr val="4A4F54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9" name="Title 1">
            <a:extLst>
              <a:ext uri="{FF2B5EF4-FFF2-40B4-BE49-F238E27FC236}">
                <a16:creationId xmlns:a16="http://schemas.microsoft.com/office/drawing/2014/main" id="{B8760F82-AFA4-1443-892A-E49DED45097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87375" y="584199"/>
            <a:ext cx="6121400" cy="649289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3000">
                <a:solidFill>
                  <a:schemeClr val="bg1"/>
                </a:solidFill>
              </a:defRPr>
            </a:lvl1pPr>
          </a:lstStyle>
          <a:p>
            <a:r>
              <a:rPr lang="en-US"/>
              <a:t>Sample custom layout — side quote</a:t>
            </a:r>
          </a:p>
        </p:txBody>
      </p:sp>
      <p:sp>
        <p:nvSpPr>
          <p:cNvPr id="20" name="Content Placeholder 12">
            <a:extLst>
              <a:ext uri="{FF2B5EF4-FFF2-40B4-BE49-F238E27FC236}">
                <a16:creationId xmlns:a16="http://schemas.microsoft.com/office/drawing/2014/main" id="{63602658-B096-8944-B5E5-005D99CF3360}"/>
              </a:ext>
            </a:extLst>
          </p:cNvPr>
          <p:cNvSpPr>
            <a:spLocks noGrp="1"/>
          </p:cNvSpPr>
          <p:nvPr>
            <p:ph sz="quarter" idx="17" hasCustomPrompt="1"/>
          </p:nvPr>
        </p:nvSpPr>
        <p:spPr>
          <a:xfrm>
            <a:off x="339435" y="1730155"/>
            <a:ext cx="6483395" cy="356898"/>
          </a:xfrm>
        </p:spPr>
        <p:txBody>
          <a:bodyPr>
            <a:noAutofit/>
          </a:bodyPr>
          <a:lstStyle>
            <a:lvl1pPr marL="0" indent="0">
              <a:buNone/>
              <a:defRPr sz="2000" b="1">
                <a:solidFill>
                  <a:srgbClr val="6C1D45"/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1pPr>
          </a:lstStyle>
          <a:p>
            <a:pPr lvl="0"/>
            <a:r>
              <a:rPr lang="en-US"/>
              <a:t>Header</a:t>
            </a:r>
          </a:p>
        </p:txBody>
      </p:sp>
      <p:sp>
        <p:nvSpPr>
          <p:cNvPr id="22" name="Slide Number Placeholder 5">
            <a:extLst>
              <a:ext uri="{FF2B5EF4-FFF2-40B4-BE49-F238E27FC236}">
                <a16:creationId xmlns:a16="http://schemas.microsoft.com/office/drawing/2014/main" id="{DF1221DC-30FB-E041-9B27-0A88169345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027761" y="6270275"/>
            <a:ext cx="2743200" cy="365125"/>
          </a:xfrm>
          <a:prstGeom prst="rect">
            <a:avLst/>
          </a:prstGeom>
        </p:spPr>
        <p:txBody>
          <a:bodyPr/>
          <a:lstStyle/>
          <a:p>
            <a:fld id="{D45B42A2-12DC-D04A-88D3-A93CC82DF348}" type="slidenum">
              <a:rPr lang="en-US" smtClean="0"/>
              <a:t>‹#›</a:t>
            </a:fld>
            <a:endParaRPr lang="en-US"/>
          </a:p>
        </p:txBody>
      </p:sp>
      <p:sp>
        <p:nvSpPr>
          <p:cNvPr id="23" name="Content Placeholder 14">
            <a:extLst>
              <a:ext uri="{FF2B5EF4-FFF2-40B4-BE49-F238E27FC236}">
                <a16:creationId xmlns:a16="http://schemas.microsoft.com/office/drawing/2014/main" id="{65AE29DF-5159-8048-A148-1166EE1F93DF}"/>
              </a:ext>
            </a:extLst>
          </p:cNvPr>
          <p:cNvSpPr>
            <a:spLocks noGrp="1"/>
          </p:cNvSpPr>
          <p:nvPr>
            <p:ph sz="quarter" idx="14" hasCustomPrompt="1"/>
          </p:nvPr>
        </p:nvSpPr>
        <p:spPr>
          <a:xfrm>
            <a:off x="339435" y="2371242"/>
            <a:ext cx="6483395" cy="3513210"/>
          </a:xfrm>
        </p:spPr>
        <p:txBody>
          <a:bodyPr>
            <a:normAutofit/>
          </a:bodyPr>
          <a:lstStyle>
            <a:lvl1pPr marL="285750" indent="-285750">
              <a:lnSpc>
                <a:spcPct val="100000"/>
              </a:lnSpc>
              <a:buClr>
                <a:srgbClr val="6C1D45"/>
              </a:buClr>
              <a:buFont typeface="Arial" panose="020B0604020202020204" pitchFamily="34" charset="0"/>
              <a:buChar char="•"/>
              <a:defRPr sz="1600">
                <a:solidFill>
                  <a:srgbClr val="4A4F54"/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1pPr>
          </a:lstStyle>
          <a:p>
            <a:pPr lvl="0"/>
            <a:r>
              <a:rPr lang="en-US"/>
              <a:t>Bullet 1</a:t>
            </a:r>
          </a:p>
          <a:p>
            <a:pPr lvl="0"/>
            <a:r>
              <a:rPr lang="en-US"/>
              <a:t>Bullet 2</a:t>
            </a:r>
          </a:p>
          <a:p>
            <a:pPr lvl="0"/>
            <a:r>
              <a:rPr lang="en-US"/>
              <a:t>Bullet 3</a:t>
            </a:r>
          </a:p>
        </p:txBody>
      </p:sp>
    </p:spTree>
    <p:extLst>
      <p:ext uri="{BB962C8B-B14F-4D97-AF65-F5344CB8AC3E}">
        <p14:creationId xmlns:p14="http://schemas.microsoft.com/office/powerpoint/2010/main" val="51844149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68" userDrawn="1">
          <p15:clr>
            <a:srgbClr val="FBAE40"/>
          </p15:clr>
        </p15:guide>
        <p15:guide id="2" pos="370" userDrawn="1">
          <p15:clr>
            <a:srgbClr val="FBAE40"/>
          </p15:clr>
        </p15:guide>
        <p15:guide id="3" pos="4226" userDrawn="1">
          <p15:clr>
            <a:srgbClr val="FBAE40"/>
          </p15:clr>
        </p15:guide>
        <p15:guide id="4" orient="horz" pos="777" userDrawn="1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 slide - quo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Content Placeholder 11">
            <a:extLst>
              <a:ext uri="{FF2B5EF4-FFF2-40B4-BE49-F238E27FC236}">
                <a16:creationId xmlns:a16="http://schemas.microsoft.com/office/drawing/2014/main" id="{F9D9982A-A521-F143-8064-B9EA37A840E5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850075" y="1823270"/>
            <a:ext cx="10515600" cy="355600"/>
          </a:xfrm>
        </p:spPr>
        <p:txBody>
          <a:bodyPr>
            <a:noAutofit/>
          </a:bodyPr>
          <a:lstStyle>
            <a:lvl1pPr marL="0" indent="0" algn="ctr">
              <a:buNone/>
              <a:defRPr sz="2800" b="1">
                <a:solidFill>
                  <a:srgbClr val="D22630"/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1pPr>
          </a:lstStyle>
          <a:p>
            <a:pPr lvl="0"/>
            <a:r>
              <a:rPr lang="en-US"/>
              <a:t>Header</a:t>
            </a:r>
          </a:p>
        </p:txBody>
      </p:sp>
      <p:sp>
        <p:nvSpPr>
          <p:cNvPr id="14" name="Content Placeholder 13">
            <a:extLst>
              <a:ext uri="{FF2B5EF4-FFF2-40B4-BE49-F238E27FC236}">
                <a16:creationId xmlns:a16="http://schemas.microsoft.com/office/drawing/2014/main" id="{B32700D5-8BEA-034F-BD47-5AF221E7A87D}"/>
              </a:ext>
            </a:extLst>
          </p:cNvPr>
          <p:cNvSpPr>
            <a:spLocks noGrp="1"/>
          </p:cNvSpPr>
          <p:nvPr>
            <p:ph sz="quarter" idx="14" hasCustomPrompt="1"/>
          </p:nvPr>
        </p:nvSpPr>
        <p:spPr>
          <a:xfrm>
            <a:off x="850364" y="2621294"/>
            <a:ext cx="10515311" cy="1672010"/>
          </a:xfrm>
        </p:spPr>
        <p:txBody>
          <a:bodyPr anchor="ctr">
            <a:normAutofit/>
          </a:bodyPr>
          <a:lstStyle>
            <a:lvl1pPr marL="0" indent="0" algn="ctr">
              <a:lnSpc>
                <a:spcPct val="100000"/>
              </a:lnSpc>
              <a:buNone/>
              <a:defRPr sz="3600">
                <a:solidFill>
                  <a:srgbClr val="6C1D45"/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1pPr>
          </a:lstStyle>
          <a:p>
            <a:pPr lvl="0"/>
            <a:r>
              <a:rPr lang="en-US"/>
              <a:t>Body copy</a:t>
            </a:r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20173F31-26E8-3545-81FA-49478AAC9DC9}"/>
              </a:ext>
            </a:extLst>
          </p:cNvPr>
          <p:cNvCxnSpPr>
            <a:cxnSpLocks noChangeAspect="1"/>
          </p:cNvCxnSpPr>
          <p:nvPr userDrawn="1"/>
        </p:nvCxnSpPr>
        <p:spPr>
          <a:xfrm>
            <a:off x="867888" y="2419413"/>
            <a:ext cx="10497787" cy="0"/>
          </a:xfrm>
          <a:prstGeom prst="line">
            <a:avLst/>
          </a:prstGeom>
          <a:ln>
            <a:solidFill>
              <a:srgbClr val="4A4F54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62E6BBE9-9E35-1A4A-8A85-F3B8DF31D147}"/>
              </a:ext>
            </a:extLst>
          </p:cNvPr>
          <p:cNvCxnSpPr>
            <a:cxnSpLocks noChangeAspect="1"/>
          </p:cNvCxnSpPr>
          <p:nvPr userDrawn="1"/>
        </p:nvCxnSpPr>
        <p:spPr>
          <a:xfrm>
            <a:off x="867888" y="4533848"/>
            <a:ext cx="10497787" cy="0"/>
          </a:xfrm>
          <a:prstGeom prst="line">
            <a:avLst/>
          </a:prstGeom>
          <a:ln>
            <a:solidFill>
              <a:srgbClr val="4A4F54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1" name="TextBox 10">
            <a:extLst>
              <a:ext uri="{FF2B5EF4-FFF2-40B4-BE49-F238E27FC236}">
                <a16:creationId xmlns:a16="http://schemas.microsoft.com/office/drawing/2014/main" id="{E111B2E8-DCAF-944E-91B0-0E4E56AA941A}"/>
              </a:ext>
            </a:extLst>
          </p:cNvPr>
          <p:cNvSpPr txBox="1"/>
          <p:nvPr userDrawn="1"/>
        </p:nvSpPr>
        <p:spPr>
          <a:xfrm>
            <a:off x="339436" y="6314984"/>
            <a:ext cx="1935413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>
                <a:solidFill>
                  <a:srgbClr val="D22630"/>
                </a:solidFill>
                <a:latin typeface="Roboto" panose="02000000000000000000" pitchFamily="2" charset="0"/>
                <a:ea typeface="Roboto" panose="02000000000000000000" pitchFamily="2" charset="0"/>
                <a:cs typeface="Roboto Condensed Light" panose="02000000000000000000" pitchFamily="2" charset="0"/>
              </a:rPr>
              <a:t>axway.com</a:t>
            </a:r>
          </a:p>
        </p:txBody>
      </p:sp>
      <p:sp>
        <p:nvSpPr>
          <p:cNvPr id="16" name="Slide Number Placeholder 5">
            <a:extLst>
              <a:ext uri="{FF2B5EF4-FFF2-40B4-BE49-F238E27FC236}">
                <a16:creationId xmlns:a16="http://schemas.microsoft.com/office/drawing/2014/main" id="{7B00A457-FF81-9247-A31E-50D6D9369D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027761" y="6270275"/>
            <a:ext cx="2743200" cy="365125"/>
          </a:xfrm>
          <a:prstGeom prst="rect">
            <a:avLst/>
          </a:prstGeom>
        </p:spPr>
        <p:txBody>
          <a:bodyPr/>
          <a:lstStyle/>
          <a:p>
            <a:fld id="{D45B42A2-12DC-D04A-88D3-A93CC82DF34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8369301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ustom - 2 col left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BDEB3CD3-89FD-E34A-B228-EBE9DB1A3EF8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/>
          <a:srcRect l="8059" t="1573" r="9389" b="24581"/>
          <a:stretch/>
        </p:blipFill>
        <p:spPr>
          <a:xfrm>
            <a:off x="-1" y="1209315"/>
            <a:ext cx="6133171" cy="5708072"/>
          </a:xfrm>
          <a:prstGeom prst="rect">
            <a:avLst/>
          </a:prstGeom>
        </p:spPr>
      </p:pic>
      <p:sp>
        <p:nvSpPr>
          <p:cNvPr id="6" name="Content Placeholder 12">
            <a:extLst>
              <a:ext uri="{FF2B5EF4-FFF2-40B4-BE49-F238E27FC236}">
                <a16:creationId xmlns:a16="http://schemas.microsoft.com/office/drawing/2014/main" id="{5B88A0FB-F50C-954C-BF8A-06937F6B6FBE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6515306" y="1731246"/>
            <a:ext cx="5255655" cy="356898"/>
          </a:xfrm>
        </p:spPr>
        <p:txBody>
          <a:bodyPr>
            <a:noAutofit/>
          </a:bodyPr>
          <a:lstStyle>
            <a:lvl1pPr marL="0" indent="0">
              <a:buNone/>
              <a:defRPr sz="2000" b="1">
                <a:solidFill>
                  <a:srgbClr val="6C1D45"/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1pPr>
          </a:lstStyle>
          <a:p>
            <a:pPr lvl="0"/>
            <a:r>
              <a:rPr lang="en-US"/>
              <a:t>Header</a:t>
            </a:r>
          </a:p>
        </p:txBody>
      </p:sp>
      <p:sp>
        <p:nvSpPr>
          <p:cNvPr id="9" name="Content Placeholder 14">
            <a:extLst>
              <a:ext uri="{FF2B5EF4-FFF2-40B4-BE49-F238E27FC236}">
                <a16:creationId xmlns:a16="http://schemas.microsoft.com/office/drawing/2014/main" id="{5CB5A0A6-E63B-BC41-8540-D1E4EA5237ED}"/>
              </a:ext>
            </a:extLst>
          </p:cNvPr>
          <p:cNvSpPr>
            <a:spLocks noGrp="1"/>
          </p:cNvSpPr>
          <p:nvPr>
            <p:ph sz="quarter" idx="14" hasCustomPrompt="1"/>
          </p:nvPr>
        </p:nvSpPr>
        <p:spPr>
          <a:xfrm>
            <a:off x="6515306" y="2372596"/>
            <a:ext cx="5255655" cy="3432524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buNone/>
              <a:defRPr sz="1600">
                <a:solidFill>
                  <a:srgbClr val="4A4F54"/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1pPr>
          </a:lstStyle>
          <a:p>
            <a:pPr lvl="0"/>
            <a:r>
              <a:rPr lang="en-US"/>
              <a:t>Body copy</a:t>
            </a:r>
          </a:p>
        </p:txBody>
      </p:sp>
      <p:sp>
        <p:nvSpPr>
          <p:cNvPr id="11" name="Title 1">
            <a:extLst>
              <a:ext uri="{FF2B5EF4-FFF2-40B4-BE49-F238E27FC236}">
                <a16:creationId xmlns:a16="http://schemas.microsoft.com/office/drawing/2014/main" id="{BA2CD1E3-FD4F-0743-AAEC-069ECD9D1EA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87375" y="584199"/>
            <a:ext cx="6121400" cy="649289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3000">
                <a:solidFill>
                  <a:schemeClr val="bg1"/>
                </a:solidFill>
              </a:defRPr>
            </a:lvl1pPr>
          </a:lstStyle>
          <a:p>
            <a:r>
              <a:rPr lang="en-US"/>
              <a:t>Two column layout — option 1 left image</a:t>
            </a:r>
          </a:p>
        </p:txBody>
      </p:sp>
      <p:sp>
        <p:nvSpPr>
          <p:cNvPr id="12" name="Slide Number Placeholder 5">
            <a:extLst>
              <a:ext uri="{FF2B5EF4-FFF2-40B4-BE49-F238E27FC236}">
                <a16:creationId xmlns:a16="http://schemas.microsoft.com/office/drawing/2014/main" id="{0C467AD2-1A83-534E-A2AD-35C51302E7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027761" y="6270275"/>
            <a:ext cx="2743200" cy="365125"/>
          </a:xfrm>
          <a:prstGeom prst="rect">
            <a:avLst/>
          </a:prstGeom>
        </p:spPr>
        <p:txBody>
          <a:bodyPr/>
          <a:lstStyle/>
          <a:p>
            <a:fld id="{D45B42A2-12DC-D04A-88D3-A93CC82DF34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739590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ustom - 2 col right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03D338C5-3FB1-9E4E-80B7-9542A6EF804D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/>
          <a:srcRect l="21136" t="11655" r="28054" b="5582"/>
          <a:stretch/>
        </p:blipFill>
        <p:spPr>
          <a:xfrm>
            <a:off x="6688015" y="1219200"/>
            <a:ext cx="5602946" cy="5638800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F5070A80-09FF-DF4A-B8FA-ED463BFE8BF6}"/>
              </a:ext>
            </a:extLst>
          </p:cNvPr>
          <p:cNvSpPr txBox="1"/>
          <p:nvPr userDrawn="1"/>
        </p:nvSpPr>
        <p:spPr>
          <a:xfrm>
            <a:off x="339436" y="6314984"/>
            <a:ext cx="1935413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>
                <a:solidFill>
                  <a:srgbClr val="D22630"/>
                </a:solidFill>
                <a:latin typeface="Roboto" panose="02000000000000000000" pitchFamily="2" charset="0"/>
                <a:ea typeface="Roboto" panose="02000000000000000000" pitchFamily="2" charset="0"/>
                <a:cs typeface="Roboto Condensed Light" panose="02000000000000000000" pitchFamily="2" charset="0"/>
              </a:rPr>
              <a:t>axway.com</a:t>
            </a:r>
          </a:p>
        </p:txBody>
      </p:sp>
      <p:sp>
        <p:nvSpPr>
          <p:cNvPr id="7" name="Content Placeholder 12">
            <a:extLst>
              <a:ext uri="{FF2B5EF4-FFF2-40B4-BE49-F238E27FC236}">
                <a16:creationId xmlns:a16="http://schemas.microsoft.com/office/drawing/2014/main" id="{AE433223-F814-674B-AB35-8CF979AE8FFA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339436" y="1730155"/>
            <a:ext cx="5676694" cy="356898"/>
          </a:xfrm>
        </p:spPr>
        <p:txBody>
          <a:bodyPr>
            <a:noAutofit/>
          </a:bodyPr>
          <a:lstStyle>
            <a:lvl1pPr marL="0" indent="0">
              <a:buNone/>
              <a:defRPr sz="2000" b="1">
                <a:solidFill>
                  <a:srgbClr val="6C1D45"/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1pPr>
          </a:lstStyle>
          <a:p>
            <a:pPr lvl="0"/>
            <a:r>
              <a:rPr lang="en-US"/>
              <a:t>Header</a:t>
            </a:r>
          </a:p>
        </p:txBody>
      </p:sp>
      <p:sp>
        <p:nvSpPr>
          <p:cNvPr id="10" name="Content Placeholder 14">
            <a:extLst>
              <a:ext uri="{FF2B5EF4-FFF2-40B4-BE49-F238E27FC236}">
                <a16:creationId xmlns:a16="http://schemas.microsoft.com/office/drawing/2014/main" id="{F0FFD11F-C1B2-8444-81E8-E5C7019E271E}"/>
              </a:ext>
            </a:extLst>
          </p:cNvPr>
          <p:cNvSpPr>
            <a:spLocks noGrp="1"/>
          </p:cNvSpPr>
          <p:nvPr>
            <p:ph sz="quarter" idx="14" hasCustomPrompt="1"/>
          </p:nvPr>
        </p:nvSpPr>
        <p:spPr>
          <a:xfrm>
            <a:off x="339436" y="2371505"/>
            <a:ext cx="5676694" cy="3432524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buNone/>
              <a:defRPr sz="1600">
                <a:solidFill>
                  <a:srgbClr val="4A4F54"/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1pPr>
          </a:lstStyle>
          <a:p>
            <a:pPr lvl="0"/>
            <a:r>
              <a:rPr lang="en-US"/>
              <a:t>Body copy</a:t>
            </a:r>
          </a:p>
        </p:txBody>
      </p:sp>
      <p:sp>
        <p:nvSpPr>
          <p:cNvPr id="11" name="Title 1">
            <a:extLst>
              <a:ext uri="{FF2B5EF4-FFF2-40B4-BE49-F238E27FC236}">
                <a16:creationId xmlns:a16="http://schemas.microsoft.com/office/drawing/2014/main" id="{D4C43D87-2D9E-CA4F-95C9-46161665D7A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87376" y="584199"/>
            <a:ext cx="6100640" cy="635001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3000">
                <a:solidFill>
                  <a:schemeClr val="bg1"/>
                </a:solidFill>
              </a:defRPr>
            </a:lvl1pPr>
          </a:lstStyle>
          <a:p>
            <a:r>
              <a:rPr lang="en-US"/>
              <a:t>Two column layout — option 1 right image</a:t>
            </a:r>
          </a:p>
        </p:txBody>
      </p:sp>
    </p:spTree>
    <p:extLst>
      <p:ext uri="{BB962C8B-B14F-4D97-AF65-F5344CB8AC3E}">
        <p14:creationId xmlns:p14="http://schemas.microsoft.com/office/powerpoint/2010/main" val="281308687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ustom - side quo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074DB34B-B216-1144-B65B-E2D80C013B26}"/>
              </a:ext>
            </a:extLst>
          </p:cNvPr>
          <p:cNvSpPr/>
          <p:nvPr userDrawn="1"/>
        </p:nvSpPr>
        <p:spPr>
          <a:xfrm>
            <a:off x="7673746" y="1698680"/>
            <a:ext cx="4097215" cy="4185772"/>
          </a:xfrm>
          <a:prstGeom prst="rect">
            <a:avLst/>
          </a:prstGeom>
          <a:solidFill>
            <a:srgbClr val="EFEFE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3F574A58-941B-6C42-9252-A096A288A1D5}"/>
              </a:ext>
            </a:extLst>
          </p:cNvPr>
          <p:cNvSpPr txBox="1"/>
          <p:nvPr userDrawn="1"/>
        </p:nvSpPr>
        <p:spPr>
          <a:xfrm>
            <a:off x="339436" y="6314984"/>
            <a:ext cx="1935413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>
                <a:solidFill>
                  <a:srgbClr val="D22630"/>
                </a:solidFill>
                <a:latin typeface="Roboto" panose="02000000000000000000" pitchFamily="2" charset="0"/>
                <a:ea typeface="Roboto" panose="02000000000000000000" pitchFamily="2" charset="0"/>
                <a:cs typeface="Roboto Condensed Light" panose="02000000000000000000" pitchFamily="2" charset="0"/>
              </a:rPr>
              <a:t>axway.com</a:t>
            </a:r>
          </a:p>
        </p:txBody>
      </p:sp>
      <p:sp>
        <p:nvSpPr>
          <p:cNvPr id="9" name="Content Placeholder 13">
            <a:extLst>
              <a:ext uri="{FF2B5EF4-FFF2-40B4-BE49-F238E27FC236}">
                <a16:creationId xmlns:a16="http://schemas.microsoft.com/office/drawing/2014/main" id="{E2084118-89BE-0D49-A9F9-D806497E2E39}"/>
              </a:ext>
            </a:extLst>
          </p:cNvPr>
          <p:cNvSpPr>
            <a:spLocks noGrp="1"/>
          </p:cNvSpPr>
          <p:nvPr>
            <p:ph sz="quarter" idx="15" hasCustomPrompt="1"/>
          </p:nvPr>
        </p:nvSpPr>
        <p:spPr>
          <a:xfrm>
            <a:off x="8092773" y="2774793"/>
            <a:ext cx="3270739" cy="1673352"/>
          </a:xfrm>
        </p:spPr>
        <p:txBody>
          <a:bodyPr anchor="ctr">
            <a:normAutofit/>
          </a:bodyPr>
          <a:lstStyle>
            <a:lvl1pPr marL="0" indent="0" algn="ctr">
              <a:lnSpc>
                <a:spcPct val="100000"/>
              </a:lnSpc>
              <a:buNone/>
              <a:defRPr sz="2800" b="1">
                <a:solidFill>
                  <a:srgbClr val="6C1D45"/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1pPr>
          </a:lstStyle>
          <a:p>
            <a:pPr lvl="0"/>
            <a:r>
              <a:rPr lang="en-US"/>
              <a:t>Body copy</a:t>
            </a:r>
          </a:p>
        </p:txBody>
      </p:sp>
      <p:sp>
        <p:nvSpPr>
          <p:cNvPr id="10" name="Content Placeholder 3">
            <a:extLst>
              <a:ext uri="{FF2B5EF4-FFF2-40B4-BE49-F238E27FC236}">
                <a16:creationId xmlns:a16="http://schemas.microsoft.com/office/drawing/2014/main" id="{A19B49DC-3293-1A4A-A61E-B8FB500508ED}"/>
              </a:ext>
            </a:extLst>
          </p:cNvPr>
          <p:cNvSpPr>
            <a:spLocks noGrp="1"/>
          </p:cNvSpPr>
          <p:nvPr>
            <p:ph sz="half" idx="16" hasCustomPrompt="1"/>
          </p:nvPr>
        </p:nvSpPr>
        <p:spPr>
          <a:xfrm>
            <a:off x="8092773" y="4659189"/>
            <a:ext cx="3270739" cy="496271"/>
          </a:xfrm>
        </p:spPr>
        <p:txBody>
          <a:bodyPr>
            <a:normAutofit/>
          </a:bodyPr>
          <a:lstStyle>
            <a:lvl1pPr marL="0" indent="0" algn="r">
              <a:buNone/>
              <a:defRPr sz="1600" b="0">
                <a:solidFill>
                  <a:srgbClr val="4A4F54"/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1pPr>
          </a:lstStyle>
          <a:p>
            <a:pPr lvl="0"/>
            <a:r>
              <a:rPr lang="en-US"/>
              <a:t>— Attribution</a:t>
            </a:r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32807144-58F3-864E-8052-27D14CE0FFD2}"/>
              </a:ext>
            </a:extLst>
          </p:cNvPr>
          <p:cNvCxnSpPr>
            <a:cxnSpLocks noChangeAspect="1"/>
          </p:cNvCxnSpPr>
          <p:nvPr userDrawn="1"/>
        </p:nvCxnSpPr>
        <p:spPr>
          <a:xfrm>
            <a:off x="7987263" y="2227525"/>
            <a:ext cx="3470183" cy="0"/>
          </a:xfrm>
          <a:prstGeom prst="line">
            <a:avLst/>
          </a:prstGeom>
          <a:ln>
            <a:solidFill>
              <a:srgbClr val="4A4F54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643D6997-D6AC-CC42-BE97-60C64CAE5EB3}"/>
              </a:ext>
            </a:extLst>
          </p:cNvPr>
          <p:cNvCxnSpPr>
            <a:cxnSpLocks noChangeAspect="1"/>
          </p:cNvCxnSpPr>
          <p:nvPr userDrawn="1"/>
        </p:nvCxnSpPr>
        <p:spPr>
          <a:xfrm>
            <a:off x="7987263" y="5439649"/>
            <a:ext cx="3470183" cy="0"/>
          </a:xfrm>
          <a:prstGeom prst="line">
            <a:avLst/>
          </a:prstGeom>
          <a:ln>
            <a:solidFill>
              <a:srgbClr val="4A4F54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9" name="Title 1">
            <a:extLst>
              <a:ext uri="{FF2B5EF4-FFF2-40B4-BE49-F238E27FC236}">
                <a16:creationId xmlns:a16="http://schemas.microsoft.com/office/drawing/2014/main" id="{B8760F82-AFA4-1443-892A-E49DED45097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87375" y="584199"/>
            <a:ext cx="6121400" cy="649289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3000">
                <a:solidFill>
                  <a:schemeClr val="bg1"/>
                </a:solidFill>
              </a:defRPr>
            </a:lvl1pPr>
          </a:lstStyle>
          <a:p>
            <a:r>
              <a:rPr lang="en-US"/>
              <a:t>Sample custom layout — side quote</a:t>
            </a:r>
          </a:p>
        </p:txBody>
      </p:sp>
      <p:sp>
        <p:nvSpPr>
          <p:cNvPr id="20" name="Content Placeholder 12">
            <a:extLst>
              <a:ext uri="{FF2B5EF4-FFF2-40B4-BE49-F238E27FC236}">
                <a16:creationId xmlns:a16="http://schemas.microsoft.com/office/drawing/2014/main" id="{63602658-B096-8944-B5E5-005D99CF3360}"/>
              </a:ext>
            </a:extLst>
          </p:cNvPr>
          <p:cNvSpPr>
            <a:spLocks noGrp="1"/>
          </p:cNvSpPr>
          <p:nvPr>
            <p:ph sz="quarter" idx="17" hasCustomPrompt="1"/>
          </p:nvPr>
        </p:nvSpPr>
        <p:spPr>
          <a:xfrm>
            <a:off x="339435" y="1730155"/>
            <a:ext cx="6483395" cy="356898"/>
          </a:xfrm>
        </p:spPr>
        <p:txBody>
          <a:bodyPr>
            <a:noAutofit/>
          </a:bodyPr>
          <a:lstStyle>
            <a:lvl1pPr marL="0" indent="0">
              <a:buNone/>
              <a:defRPr sz="2000" b="1">
                <a:solidFill>
                  <a:srgbClr val="6C1D45"/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1pPr>
          </a:lstStyle>
          <a:p>
            <a:pPr lvl="0"/>
            <a:r>
              <a:rPr lang="en-US"/>
              <a:t>Header</a:t>
            </a:r>
          </a:p>
        </p:txBody>
      </p:sp>
      <p:sp>
        <p:nvSpPr>
          <p:cNvPr id="22" name="Slide Number Placeholder 5">
            <a:extLst>
              <a:ext uri="{FF2B5EF4-FFF2-40B4-BE49-F238E27FC236}">
                <a16:creationId xmlns:a16="http://schemas.microsoft.com/office/drawing/2014/main" id="{DF1221DC-30FB-E041-9B27-0A88169345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027761" y="6270275"/>
            <a:ext cx="2743200" cy="365125"/>
          </a:xfrm>
          <a:prstGeom prst="rect">
            <a:avLst/>
          </a:prstGeom>
        </p:spPr>
        <p:txBody>
          <a:bodyPr/>
          <a:lstStyle/>
          <a:p>
            <a:fld id="{D45B42A2-12DC-D04A-88D3-A93CC82DF348}" type="slidenum">
              <a:rPr lang="en-US" smtClean="0"/>
              <a:t>‹#›</a:t>
            </a:fld>
            <a:endParaRPr lang="en-US"/>
          </a:p>
        </p:txBody>
      </p:sp>
      <p:sp>
        <p:nvSpPr>
          <p:cNvPr id="23" name="Content Placeholder 14">
            <a:extLst>
              <a:ext uri="{FF2B5EF4-FFF2-40B4-BE49-F238E27FC236}">
                <a16:creationId xmlns:a16="http://schemas.microsoft.com/office/drawing/2014/main" id="{65AE29DF-5159-8048-A148-1166EE1F93DF}"/>
              </a:ext>
            </a:extLst>
          </p:cNvPr>
          <p:cNvSpPr>
            <a:spLocks noGrp="1"/>
          </p:cNvSpPr>
          <p:nvPr>
            <p:ph sz="quarter" idx="14" hasCustomPrompt="1"/>
          </p:nvPr>
        </p:nvSpPr>
        <p:spPr>
          <a:xfrm>
            <a:off x="339435" y="2371242"/>
            <a:ext cx="6483395" cy="3513210"/>
          </a:xfrm>
        </p:spPr>
        <p:txBody>
          <a:bodyPr>
            <a:normAutofit/>
          </a:bodyPr>
          <a:lstStyle>
            <a:lvl1pPr marL="285750" indent="-285750">
              <a:lnSpc>
                <a:spcPct val="100000"/>
              </a:lnSpc>
              <a:buClr>
                <a:srgbClr val="6C1D45"/>
              </a:buClr>
              <a:buFont typeface="Arial" panose="020B0604020202020204" pitchFamily="34" charset="0"/>
              <a:buChar char="•"/>
              <a:defRPr sz="1600">
                <a:solidFill>
                  <a:srgbClr val="4A4F54"/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1pPr>
          </a:lstStyle>
          <a:p>
            <a:pPr lvl="0"/>
            <a:r>
              <a:rPr lang="en-US"/>
              <a:t>Bullet 1</a:t>
            </a:r>
          </a:p>
          <a:p>
            <a:pPr lvl="0"/>
            <a:r>
              <a:rPr lang="en-US"/>
              <a:t>Bullet 2</a:t>
            </a:r>
          </a:p>
          <a:p>
            <a:pPr lvl="0"/>
            <a:r>
              <a:rPr lang="en-US"/>
              <a:t>Bullet 3</a:t>
            </a:r>
          </a:p>
        </p:txBody>
      </p:sp>
    </p:spTree>
    <p:extLst>
      <p:ext uri="{BB962C8B-B14F-4D97-AF65-F5344CB8AC3E}">
        <p14:creationId xmlns:p14="http://schemas.microsoft.com/office/powerpoint/2010/main" val="246852373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ustom numbered slide — bo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074DB34B-B216-1144-B65B-E2D80C013B26}"/>
              </a:ext>
            </a:extLst>
          </p:cNvPr>
          <p:cNvSpPr/>
          <p:nvPr userDrawn="1"/>
        </p:nvSpPr>
        <p:spPr>
          <a:xfrm>
            <a:off x="-83127" y="5101389"/>
            <a:ext cx="12374088" cy="1007466"/>
          </a:xfrm>
          <a:prstGeom prst="rect">
            <a:avLst/>
          </a:prstGeom>
          <a:solidFill>
            <a:srgbClr val="EFEFE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Content Placeholder 12">
            <a:extLst>
              <a:ext uri="{FF2B5EF4-FFF2-40B4-BE49-F238E27FC236}">
                <a16:creationId xmlns:a16="http://schemas.microsoft.com/office/drawing/2014/main" id="{420673F8-C4EA-D14B-833F-D7BE2F4B4E10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1270712" y="1610137"/>
            <a:ext cx="10491782" cy="508437"/>
          </a:xfrm>
        </p:spPr>
        <p:txBody>
          <a:bodyPr>
            <a:noAutofit/>
          </a:bodyPr>
          <a:lstStyle>
            <a:lvl1pPr marL="0" indent="0">
              <a:buNone/>
              <a:defRPr sz="2000" b="1">
                <a:solidFill>
                  <a:srgbClr val="6C1D45"/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1pPr>
          </a:lstStyle>
          <a:p>
            <a:pPr lvl="0"/>
            <a:r>
              <a:rPr lang="en-US"/>
              <a:t>Header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3F574A58-941B-6C42-9252-A096A288A1D5}"/>
              </a:ext>
            </a:extLst>
          </p:cNvPr>
          <p:cNvSpPr txBox="1"/>
          <p:nvPr userDrawn="1"/>
        </p:nvSpPr>
        <p:spPr>
          <a:xfrm>
            <a:off x="339436" y="6314984"/>
            <a:ext cx="1935413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>
                <a:solidFill>
                  <a:srgbClr val="D22630"/>
                </a:solidFill>
                <a:latin typeface="Roboto" panose="02000000000000000000" pitchFamily="2" charset="0"/>
                <a:ea typeface="Roboto" panose="02000000000000000000" pitchFamily="2" charset="0"/>
                <a:cs typeface="Roboto Condensed Light" panose="02000000000000000000" pitchFamily="2" charset="0"/>
              </a:rPr>
              <a:t>axway.com</a:t>
            </a:r>
          </a:p>
        </p:txBody>
      </p:sp>
      <p:sp>
        <p:nvSpPr>
          <p:cNvPr id="21" name="Content Placeholder 14">
            <a:extLst>
              <a:ext uri="{FF2B5EF4-FFF2-40B4-BE49-F238E27FC236}">
                <a16:creationId xmlns:a16="http://schemas.microsoft.com/office/drawing/2014/main" id="{59AA3E4F-4E26-D04C-887B-3BD860E9906E}"/>
              </a:ext>
            </a:extLst>
          </p:cNvPr>
          <p:cNvSpPr>
            <a:spLocks noGrp="1"/>
          </p:cNvSpPr>
          <p:nvPr>
            <p:ph sz="quarter" idx="14" hasCustomPrompt="1"/>
          </p:nvPr>
        </p:nvSpPr>
        <p:spPr>
          <a:xfrm>
            <a:off x="1279177" y="2250663"/>
            <a:ext cx="10491783" cy="2197616"/>
          </a:xfrm>
        </p:spPr>
        <p:txBody>
          <a:bodyPr>
            <a:normAutofit/>
          </a:bodyPr>
          <a:lstStyle>
            <a:lvl1pPr marL="285750" indent="-285750">
              <a:lnSpc>
                <a:spcPct val="100000"/>
              </a:lnSpc>
              <a:buClr>
                <a:srgbClr val="6C1D45"/>
              </a:buClr>
              <a:buFont typeface="Arial" panose="020B0604020202020204" pitchFamily="34" charset="0"/>
              <a:buChar char="•"/>
              <a:defRPr sz="1600">
                <a:solidFill>
                  <a:srgbClr val="4A4F54"/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1pPr>
          </a:lstStyle>
          <a:p>
            <a:pPr lvl="0"/>
            <a:r>
              <a:rPr lang="en-US"/>
              <a:t>Bullet 1</a:t>
            </a:r>
          </a:p>
          <a:p>
            <a:pPr lvl="0"/>
            <a:r>
              <a:rPr lang="en-US"/>
              <a:t>Bullet 2</a:t>
            </a:r>
          </a:p>
          <a:p>
            <a:pPr lvl="0"/>
            <a:r>
              <a:rPr lang="en-US"/>
              <a:t>Bullet 3</a:t>
            </a:r>
          </a:p>
        </p:txBody>
      </p:sp>
      <p:sp>
        <p:nvSpPr>
          <p:cNvPr id="24" name="Content Placeholder 12">
            <a:extLst>
              <a:ext uri="{FF2B5EF4-FFF2-40B4-BE49-F238E27FC236}">
                <a16:creationId xmlns:a16="http://schemas.microsoft.com/office/drawing/2014/main" id="{FD64A1B6-E8A0-4548-A457-FF33093D9AB7}"/>
              </a:ext>
            </a:extLst>
          </p:cNvPr>
          <p:cNvSpPr>
            <a:spLocks noGrp="1"/>
          </p:cNvSpPr>
          <p:nvPr>
            <p:ph sz="quarter" idx="16" hasCustomPrompt="1"/>
          </p:nvPr>
        </p:nvSpPr>
        <p:spPr>
          <a:xfrm>
            <a:off x="1270712" y="5345491"/>
            <a:ext cx="1781977" cy="509202"/>
          </a:xfrm>
        </p:spPr>
        <p:txBody>
          <a:bodyPr anchor="ctr" anchorCtr="0">
            <a:noAutofit/>
          </a:bodyPr>
          <a:lstStyle>
            <a:lvl1pPr marL="0" indent="0">
              <a:buNone/>
              <a:defRPr sz="1800" b="1">
                <a:solidFill>
                  <a:srgbClr val="D22630"/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1pPr>
          </a:lstStyle>
          <a:p>
            <a:pPr lvl="0"/>
            <a:r>
              <a:rPr lang="en-US"/>
              <a:t>Bonus Point —</a:t>
            </a:r>
          </a:p>
        </p:txBody>
      </p:sp>
      <p:pic>
        <p:nvPicPr>
          <p:cNvPr id="27" name="Picture 26">
            <a:extLst>
              <a:ext uri="{FF2B5EF4-FFF2-40B4-BE49-F238E27FC236}">
                <a16:creationId xmlns:a16="http://schemas.microsoft.com/office/drawing/2014/main" id="{EDA54B0B-7919-4545-A150-0749D91EA3B2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348022" y="5240303"/>
            <a:ext cx="724371" cy="687694"/>
          </a:xfrm>
          <a:prstGeom prst="rect">
            <a:avLst/>
          </a:prstGeom>
        </p:spPr>
      </p:pic>
      <p:sp>
        <p:nvSpPr>
          <p:cNvPr id="15" name="Content Placeholder 12">
            <a:extLst>
              <a:ext uri="{FF2B5EF4-FFF2-40B4-BE49-F238E27FC236}">
                <a16:creationId xmlns:a16="http://schemas.microsoft.com/office/drawing/2014/main" id="{0A973058-462E-B44E-90D9-78FF6F0BFF0D}"/>
              </a:ext>
            </a:extLst>
          </p:cNvPr>
          <p:cNvSpPr>
            <a:spLocks noGrp="1"/>
          </p:cNvSpPr>
          <p:nvPr>
            <p:ph sz="quarter" idx="17" hasCustomPrompt="1"/>
          </p:nvPr>
        </p:nvSpPr>
        <p:spPr>
          <a:xfrm>
            <a:off x="587375" y="584199"/>
            <a:ext cx="691802" cy="649289"/>
          </a:xfrm>
          <a:solidFill>
            <a:srgbClr val="2B7483"/>
          </a:solidFill>
        </p:spPr>
        <p:txBody>
          <a:bodyPr wrap="none" rtlCol="0" anchor="ctr">
            <a:normAutofit/>
          </a:bodyPr>
          <a:lstStyle>
            <a:lvl1pPr>
              <a:defRPr lang="en-US" sz="3000" b="1" dirty="0">
                <a:solidFill>
                  <a:schemeClr val="bg1"/>
                </a:solidFill>
                <a:latin typeface="Roboto Regular" panose="02000000000000000000" pitchFamily="2" charset="0"/>
                <a:ea typeface="Roboto" panose="02000000000000000000" pitchFamily="2" charset="0"/>
              </a:defRPr>
            </a:lvl1pPr>
          </a:lstStyle>
          <a:p>
            <a:pPr lvl="0">
              <a:spcBef>
                <a:spcPct val="0"/>
              </a:spcBef>
              <a:buNone/>
            </a:pPr>
            <a:r>
              <a:rPr lang="en-US"/>
              <a:t>01</a:t>
            </a:r>
          </a:p>
        </p:txBody>
      </p:sp>
      <p:sp>
        <p:nvSpPr>
          <p:cNvPr id="19" name="Title 1">
            <a:extLst>
              <a:ext uri="{FF2B5EF4-FFF2-40B4-BE49-F238E27FC236}">
                <a16:creationId xmlns:a16="http://schemas.microsoft.com/office/drawing/2014/main" id="{CD23E703-941A-CD42-A633-0C4315B21DC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279176" y="584197"/>
            <a:ext cx="5429599" cy="649291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3000">
                <a:solidFill>
                  <a:schemeClr val="bg1"/>
                </a:solidFill>
              </a:defRPr>
            </a:lvl1pPr>
          </a:lstStyle>
          <a:p>
            <a:r>
              <a:rPr lang="en-US"/>
              <a:t>Custom numbered slide — bonus</a:t>
            </a:r>
          </a:p>
        </p:txBody>
      </p:sp>
      <p:sp>
        <p:nvSpPr>
          <p:cNvPr id="20" name="Content Placeholder 14">
            <a:extLst>
              <a:ext uri="{FF2B5EF4-FFF2-40B4-BE49-F238E27FC236}">
                <a16:creationId xmlns:a16="http://schemas.microsoft.com/office/drawing/2014/main" id="{7A53F77C-00BE-3241-8A2A-EB08932AA86C}"/>
              </a:ext>
            </a:extLst>
          </p:cNvPr>
          <p:cNvSpPr>
            <a:spLocks noGrp="1"/>
          </p:cNvSpPr>
          <p:nvPr>
            <p:ph sz="quarter" idx="18" hasCustomPrompt="1"/>
          </p:nvPr>
        </p:nvSpPr>
        <p:spPr>
          <a:xfrm>
            <a:off x="3052689" y="5345492"/>
            <a:ext cx="8718271" cy="509202"/>
          </a:xfrm>
        </p:spPr>
        <p:txBody>
          <a:bodyPr anchor="ctr" anchorCtr="0">
            <a:noAutofit/>
          </a:bodyPr>
          <a:lstStyle>
            <a:lvl1pPr marL="0" indent="0">
              <a:lnSpc>
                <a:spcPct val="100000"/>
              </a:lnSpc>
              <a:buNone/>
              <a:defRPr sz="1600">
                <a:solidFill>
                  <a:srgbClr val="4A4F54"/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1pPr>
          </a:lstStyle>
          <a:p>
            <a:pPr lvl="0"/>
            <a:r>
              <a:rPr lang="en-US"/>
              <a:t>Lorem ipsum dolor sit amet, consectetur adipiscing elit.</a:t>
            </a:r>
          </a:p>
        </p:txBody>
      </p:sp>
      <p:sp>
        <p:nvSpPr>
          <p:cNvPr id="25" name="Slide Number Placeholder 5">
            <a:extLst>
              <a:ext uri="{FF2B5EF4-FFF2-40B4-BE49-F238E27FC236}">
                <a16:creationId xmlns:a16="http://schemas.microsoft.com/office/drawing/2014/main" id="{179FC8C9-D1BF-2440-A65B-597287CF33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027761" y="6270275"/>
            <a:ext cx="2743200" cy="365125"/>
          </a:xfrm>
          <a:prstGeom prst="rect">
            <a:avLst/>
          </a:prstGeom>
        </p:spPr>
        <p:txBody>
          <a:bodyPr/>
          <a:lstStyle/>
          <a:p>
            <a:fld id="{D45B42A2-12DC-D04A-88D3-A93CC82DF34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0380040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/>
                                        <p:tgtEl>
                                          <p:spTgt spid="2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8" dur="500"/>
                                        <p:tgtEl>
                                          <p:spTgt spid="2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/>
                                        <p:tgtEl>
                                          <p:spTgt spid="2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14" dur="500"/>
                                        <p:tgtEl>
                                          <p:spTgt spid="2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/>
                                        <p:tgtEl>
                                          <p:spTgt spid="2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20" dur="500"/>
                                        <p:tgtEl>
                                          <p:spTgt spid="2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26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8" presetClass="emp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Rot by="21600000">
                                      <p:cBhvr>
                                        <p:cTn id="28" dur="20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29" presetID="1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/>
                                        <p:tgtEl>
                                          <p:spTgt spid="2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32" dur="500"/>
                                        <p:tgtEl>
                                          <p:spTgt spid="2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500"/>
                                        <p:tgtEl>
                                          <p:spTgt spid="2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36" dur="500"/>
                                        <p:tgtEl>
                                          <p:spTgt spid="2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" grpId="0" uiExpand="1" build="p">
        <p:tmplLst>
          <p:tmpl lvl="1">
            <p:tnLst>
              <p:par>
                <p:cTn presetID="12" presetClass="entr" presetSubtype="4" fill="hold" nodeType="click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1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/>
                        <p:tgtEl>
                          <p:spTgt spid="21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+#ppt_h*1.125000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  <p:animEffect transition="in" filter="wipe(up)">
                      <p:cBhvr>
                        <p:cTn dur="500"/>
                        <p:tgtEl>
                          <p:spTgt spid="21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24" grpId="0" build="p">
        <p:tmplLst>
          <p:tmpl lvl="1">
            <p:tnLst>
              <p:par>
                <p:cTn presetID="12" presetClass="entr" presetSubtype="4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4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/>
                        <p:tgtEl>
                          <p:spTgt spid="24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+#ppt_h*1.125000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  <p:animEffect transition="in" filter="wipe(up)">
                      <p:cBhvr>
                        <p:cTn dur="500"/>
                        <p:tgtEl>
                          <p:spTgt spid="24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20" grpId="0" build="p">
        <p:tmplLst>
          <p:tmpl lvl="1">
            <p:tnLst>
              <p:par>
                <p:cTn presetID="12" presetClass="entr" presetSubtype="4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0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/>
                        <p:tgtEl>
                          <p:spTgt spid="20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+#ppt_h*1.125000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  <p:animEffect transition="in" filter="wipe(up)">
                      <p:cBhvr>
                        <p:cTn dur="500"/>
                        <p:tgtEl>
                          <p:spTgt spid="20"/>
                        </p:tgtEl>
                      </p:cBhvr>
                    </p:animEffect>
                  </p:childTnLst>
                </p:cTn>
              </p:par>
            </p:tnLst>
          </p:tmpl>
        </p:tmplLst>
      </p:bldP>
    </p:bldLst>
  </p:timing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ustom numbered slide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extBox 15">
            <a:extLst>
              <a:ext uri="{FF2B5EF4-FFF2-40B4-BE49-F238E27FC236}">
                <a16:creationId xmlns:a16="http://schemas.microsoft.com/office/drawing/2014/main" id="{3F574A58-941B-6C42-9252-A096A288A1D5}"/>
              </a:ext>
            </a:extLst>
          </p:cNvPr>
          <p:cNvSpPr txBox="1"/>
          <p:nvPr userDrawn="1"/>
        </p:nvSpPr>
        <p:spPr>
          <a:xfrm>
            <a:off x="339436" y="6314984"/>
            <a:ext cx="1935413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>
                <a:solidFill>
                  <a:srgbClr val="D22630"/>
                </a:solidFill>
                <a:latin typeface="Roboto" panose="02000000000000000000" pitchFamily="2" charset="0"/>
                <a:ea typeface="Roboto" panose="02000000000000000000" pitchFamily="2" charset="0"/>
                <a:cs typeface="Roboto Condensed Light" panose="02000000000000000000" pitchFamily="2" charset="0"/>
              </a:rPr>
              <a:t>axway.com</a:t>
            </a:r>
          </a:p>
        </p:txBody>
      </p:sp>
      <p:sp>
        <p:nvSpPr>
          <p:cNvPr id="26" name="Content Placeholder 12">
            <a:extLst>
              <a:ext uri="{FF2B5EF4-FFF2-40B4-BE49-F238E27FC236}">
                <a16:creationId xmlns:a16="http://schemas.microsoft.com/office/drawing/2014/main" id="{7E5A093F-B601-F048-9190-54819FCC79AA}"/>
              </a:ext>
            </a:extLst>
          </p:cNvPr>
          <p:cNvSpPr>
            <a:spLocks noGrp="1"/>
          </p:cNvSpPr>
          <p:nvPr>
            <p:ph sz="quarter" idx="17" hasCustomPrompt="1"/>
          </p:nvPr>
        </p:nvSpPr>
        <p:spPr>
          <a:xfrm>
            <a:off x="587375" y="584200"/>
            <a:ext cx="687527" cy="635000"/>
          </a:xfrm>
          <a:solidFill>
            <a:srgbClr val="2B7483"/>
          </a:solidFill>
        </p:spPr>
        <p:txBody>
          <a:bodyPr wrap="none" rtlCol="0" anchor="ctr">
            <a:normAutofit/>
          </a:bodyPr>
          <a:lstStyle>
            <a:lvl1pPr>
              <a:defRPr lang="en-US" sz="3000" b="1" dirty="0">
                <a:solidFill>
                  <a:schemeClr val="bg1"/>
                </a:solidFill>
                <a:latin typeface="Roboto Regular" panose="02000000000000000000" pitchFamily="2" charset="0"/>
                <a:ea typeface="Roboto" panose="02000000000000000000" pitchFamily="2" charset="0"/>
              </a:defRPr>
            </a:lvl1pPr>
          </a:lstStyle>
          <a:p>
            <a:pPr lvl="0">
              <a:spcBef>
                <a:spcPct val="0"/>
              </a:spcBef>
              <a:buNone/>
            </a:pPr>
            <a:r>
              <a:rPr lang="en-US"/>
              <a:t>01</a:t>
            </a:r>
          </a:p>
        </p:txBody>
      </p:sp>
      <p:sp>
        <p:nvSpPr>
          <p:cNvPr id="9" name="Title 1">
            <a:extLst>
              <a:ext uri="{FF2B5EF4-FFF2-40B4-BE49-F238E27FC236}">
                <a16:creationId xmlns:a16="http://schemas.microsoft.com/office/drawing/2014/main" id="{2D4F10A3-D64E-4F49-8122-A055CEBF2F2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274902" y="584199"/>
            <a:ext cx="10293212" cy="649289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3000">
                <a:solidFill>
                  <a:schemeClr val="bg1"/>
                </a:solidFill>
              </a:defRPr>
            </a:lvl1pPr>
          </a:lstStyle>
          <a:p>
            <a:r>
              <a:rPr lang="en-US"/>
              <a:t>Custom numbered slide — bonus</a:t>
            </a:r>
          </a:p>
        </p:txBody>
      </p:sp>
      <p:sp>
        <p:nvSpPr>
          <p:cNvPr id="10" name="Content Placeholder 12">
            <a:extLst>
              <a:ext uri="{FF2B5EF4-FFF2-40B4-BE49-F238E27FC236}">
                <a16:creationId xmlns:a16="http://schemas.microsoft.com/office/drawing/2014/main" id="{5B8AD548-A953-C647-9AB2-8DA412C54B27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1270712" y="1610137"/>
            <a:ext cx="10491782" cy="508437"/>
          </a:xfrm>
        </p:spPr>
        <p:txBody>
          <a:bodyPr>
            <a:noAutofit/>
          </a:bodyPr>
          <a:lstStyle>
            <a:lvl1pPr marL="0" indent="0">
              <a:buNone/>
              <a:defRPr sz="2000" b="1">
                <a:solidFill>
                  <a:srgbClr val="6C1D45"/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1pPr>
          </a:lstStyle>
          <a:p>
            <a:pPr lvl="0"/>
            <a:r>
              <a:rPr lang="en-US"/>
              <a:t>Header</a:t>
            </a:r>
          </a:p>
        </p:txBody>
      </p:sp>
      <p:sp>
        <p:nvSpPr>
          <p:cNvPr id="11" name="Content Placeholder 14">
            <a:extLst>
              <a:ext uri="{FF2B5EF4-FFF2-40B4-BE49-F238E27FC236}">
                <a16:creationId xmlns:a16="http://schemas.microsoft.com/office/drawing/2014/main" id="{A67F0D2E-67F8-4147-893E-6D5295818F13}"/>
              </a:ext>
            </a:extLst>
          </p:cNvPr>
          <p:cNvSpPr>
            <a:spLocks noGrp="1"/>
          </p:cNvSpPr>
          <p:nvPr>
            <p:ph sz="quarter" idx="14" hasCustomPrompt="1"/>
          </p:nvPr>
        </p:nvSpPr>
        <p:spPr>
          <a:xfrm>
            <a:off x="1279177" y="2250663"/>
            <a:ext cx="10491783" cy="2197616"/>
          </a:xfrm>
        </p:spPr>
        <p:txBody>
          <a:bodyPr>
            <a:normAutofit/>
          </a:bodyPr>
          <a:lstStyle>
            <a:lvl1pPr marL="285750" indent="-285750">
              <a:lnSpc>
                <a:spcPct val="100000"/>
              </a:lnSpc>
              <a:buClr>
                <a:srgbClr val="6C1D45"/>
              </a:buClr>
              <a:buFont typeface="Arial" panose="020B0604020202020204" pitchFamily="34" charset="0"/>
              <a:buChar char="•"/>
              <a:defRPr sz="1600">
                <a:solidFill>
                  <a:srgbClr val="4A4F54"/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1pPr>
          </a:lstStyle>
          <a:p>
            <a:pPr lvl="0"/>
            <a:r>
              <a:rPr lang="en-US"/>
              <a:t>Bullet 1</a:t>
            </a:r>
          </a:p>
          <a:p>
            <a:pPr lvl="0"/>
            <a:r>
              <a:rPr lang="en-US"/>
              <a:t>Bullet 2</a:t>
            </a:r>
          </a:p>
          <a:p>
            <a:pPr lvl="0"/>
            <a:r>
              <a:rPr lang="en-US"/>
              <a:t>Bullet 3</a:t>
            </a:r>
          </a:p>
        </p:txBody>
      </p:sp>
      <p:sp>
        <p:nvSpPr>
          <p:cNvPr id="14" name="Slide Number Placeholder 5">
            <a:extLst>
              <a:ext uri="{FF2B5EF4-FFF2-40B4-BE49-F238E27FC236}">
                <a16:creationId xmlns:a16="http://schemas.microsoft.com/office/drawing/2014/main" id="{4900C55B-EBAB-6944-B0B8-36DCF6830A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027761" y="6270275"/>
            <a:ext cx="2743200" cy="365125"/>
          </a:xfrm>
          <a:prstGeom prst="rect">
            <a:avLst/>
          </a:prstGeom>
        </p:spPr>
        <p:txBody>
          <a:bodyPr/>
          <a:lstStyle/>
          <a:p>
            <a:fld id="{D45B42A2-12DC-D04A-88D3-A93CC82DF34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0019008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/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8" dur="500"/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/>
                                        <p:tgtEl>
                                          <p:spTgt spid="1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14" dur="500"/>
                                        <p:tgtEl>
                                          <p:spTgt spid="1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/>
                                        <p:tgtEl>
                                          <p:spTgt spid="1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20" dur="500"/>
                                        <p:tgtEl>
                                          <p:spTgt spid="1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uiExpand="1" build="p">
        <p:tmplLst>
          <p:tmpl lvl="1">
            <p:tnLst>
              <p:par>
                <p:cTn presetID="12" presetClass="entr" presetSubtype="4" fill="hold" nodeType="click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1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/>
                        <p:tgtEl>
                          <p:spTgt spid="11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+#ppt_h*1.125000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  <p:animEffect transition="in" filter="wipe(up)">
                      <p:cBhvr>
                        <p:cTn dur="500"/>
                        <p:tgtEl>
                          <p:spTgt spid="11"/>
                        </p:tgtEl>
                      </p:cBhvr>
                    </p:animEffect>
                  </p:childTnLst>
                </p:cTn>
              </p:par>
            </p:tnLst>
          </p:tmpl>
        </p:tmplLst>
      </p:bldP>
    </p:bldLst>
  </p:timing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ustom - 2 dat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Rectangle 21">
            <a:extLst>
              <a:ext uri="{FF2B5EF4-FFF2-40B4-BE49-F238E27FC236}">
                <a16:creationId xmlns:a16="http://schemas.microsoft.com/office/drawing/2014/main" id="{1D15609A-4395-BE42-BEA0-4E0B12319D36}"/>
              </a:ext>
            </a:extLst>
          </p:cNvPr>
          <p:cNvSpPr/>
          <p:nvPr userDrawn="1"/>
        </p:nvSpPr>
        <p:spPr>
          <a:xfrm>
            <a:off x="-83127" y="-83126"/>
            <a:ext cx="12374088" cy="1302326"/>
          </a:xfrm>
          <a:prstGeom prst="rect">
            <a:avLst/>
          </a:prstGeom>
          <a:gradFill>
            <a:gsLst>
              <a:gs pos="100000">
                <a:srgbClr val="2B7483"/>
              </a:gs>
              <a:gs pos="10000">
                <a:srgbClr val="43A7BE"/>
              </a:gs>
            </a:gsLst>
            <a:lin ang="0" scaled="0"/>
          </a:gra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/>
          <a:lstStyle/>
          <a:p>
            <a:pPr algn="ctr"/>
            <a:endParaRPr lang="en-US" err="1">
              <a:solidFill>
                <a:schemeClr val="tx1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EF7B026-47D5-854D-A6CA-B4A2172DA0B7}"/>
              </a:ext>
            </a:extLst>
          </p:cNvPr>
          <p:cNvSpPr>
            <a:spLocks noGrp="1"/>
          </p:cNvSpPr>
          <p:nvPr>
            <p:ph sz="half" idx="1" hasCustomPrompt="1"/>
          </p:nvPr>
        </p:nvSpPr>
        <p:spPr>
          <a:xfrm>
            <a:off x="1004857" y="2102175"/>
            <a:ext cx="1949116" cy="953846"/>
          </a:xfrm>
        </p:spPr>
        <p:txBody>
          <a:bodyPr>
            <a:noAutofit/>
          </a:bodyPr>
          <a:lstStyle>
            <a:lvl1pPr marL="0" indent="0">
              <a:buNone/>
              <a:defRPr sz="6600" b="1">
                <a:solidFill>
                  <a:srgbClr val="A50034"/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1pPr>
            <a:lvl2pPr marL="457200" indent="0">
              <a:buNone/>
              <a:defRPr/>
            </a:lvl2pPr>
          </a:lstStyle>
          <a:p>
            <a:pPr lvl="0"/>
            <a:r>
              <a:rPr lang="en-US"/>
              <a:t>%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A202B5C-4051-A243-B86F-7060A75FBBBA}"/>
              </a:ext>
            </a:extLst>
          </p:cNvPr>
          <p:cNvSpPr>
            <a:spLocks noGrp="1"/>
          </p:cNvSpPr>
          <p:nvPr>
            <p:ph sz="half" idx="2" hasCustomPrompt="1"/>
          </p:nvPr>
        </p:nvSpPr>
        <p:spPr>
          <a:xfrm>
            <a:off x="1004858" y="3217603"/>
            <a:ext cx="1949116" cy="331713"/>
          </a:xfrm>
        </p:spPr>
        <p:txBody>
          <a:bodyPr>
            <a:normAutofit/>
          </a:bodyPr>
          <a:lstStyle>
            <a:lvl1pPr marL="0" indent="0">
              <a:buNone/>
              <a:defRPr sz="1400" b="1">
                <a:solidFill>
                  <a:srgbClr val="4A4F54"/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1pPr>
          </a:lstStyle>
          <a:p>
            <a:pPr lvl="0"/>
            <a:r>
              <a:rPr lang="en-US"/>
              <a:t>Subhead</a:t>
            </a:r>
          </a:p>
        </p:txBody>
      </p:sp>
      <p:sp>
        <p:nvSpPr>
          <p:cNvPr id="34" name="Content Placeholder 2">
            <a:extLst>
              <a:ext uri="{FF2B5EF4-FFF2-40B4-BE49-F238E27FC236}">
                <a16:creationId xmlns:a16="http://schemas.microsoft.com/office/drawing/2014/main" id="{E18F4A03-E152-A440-B6EA-D80C51AF03E8}"/>
              </a:ext>
            </a:extLst>
          </p:cNvPr>
          <p:cNvSpPr>
            <a:spLocks noGrp="1"/>
          </p:cNvSpPr>
          <p:nvPr>
            <p:ph sz="half" idx="15" hasCustomPrompt="1"/>
          </p:nvPr>
        </p:nvSpPr>
        <p:spPr>
          <a:xfrm>
            <a:off x="4588907" y="3830557"/>
            <a:ext cx="7161141" cy="1453347"/>
          </a:xfrm>
        </p:spPr>
        <p:txBody>
          <a:bodyPr>
            <a:normAutofit/>
          </a:bodyPr>
          <a:lstStyle>
            <a:lvl1pPr marL="0" indent="0" algn="r">
              <a:lnSpc>
                <a:spcPct val="100000"/>
              </a:lnSpc>
              <a:buNone/>
              <a:defRPr sz="2100" b="1">
                <a:solidFill>
                  <a:srgbClr val="6C1D45"/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1pPr>
            <a:lvl2pPr marL="457200" indent="0">
              <a:buNone/>
              <a:defRPr/>
            </a:lvl2pPr>
          </a:lstStyle>
          <a:p>
            <a:pPr lvl="0"/>
            <a:r>
              <a:rPr lang="en-US"/>
              <a:t>Body copy</a:t>
            </a:r>
          </a:p>
        </p:txBody>
      </p:sp>
      <p:sp>
        <p:nvSpPr>
          <p:cNvPr id="36" name="Content Placeholder 2">
            <a:extLst>
              <a:ext uri="{FF2B5EF4-FFF2-40B4-BE49-F238E27FC236}">
                <a16:creationId xmlns:a16="http://schemas.microsoft.com/office/drawing/2014/main" id="{982CAD0B-BED8-1043-9E8E-DEEF17C8025D}"/>
              </a:ext>
            </a:extLst>
          </p:cNvPr>
          <p:cNvSpPr>
            <a:spLocks noGrp="1"/>
          </p:cNvSpPr>
          <p:nvPr>
            <p:ph sz="half" idx="17" hasCustomPrompt="1"/>
          </p:nvPr>
        </p:nvSpPr>
        <p:spPr>
          <a:xfrm>
            <a:off x="3967177" y="2104331"/>
            <a:ext cx="1949116" cy="953846"/>
          </a:xfrm>
        </p:spPr>
        <p:txBody>
          <a:bodyPr>
            <a:noAutofit/>
          </a:bodyPr>
          <a:lstStyle>
            <a:lvl1pPr marL="0" indent="0">
              <a:buNone/>
              <a:defRPr sz="6600" b="1">
                <a:solidFill>
                  <a:srgbClr val="A50034"/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1pPr>
            <a:lvl2pPr marL="457200" indent="0">
              <a:buNone/>
              <a:defRPr/>
            </a:lvl2pPr>
          </a:lstStyle>
          <a:p>
            <a:pPr lvl="0"/>
            <a:r>
              <a:rPr lang="en-US"/>
              <a:t>%</a:t>
            </a:r>
          </a:p>
        </p:txBody>
      </p:sp>
      <p:sp>
        <p:nvSpPr>
          <p:cNvPr id="37" name="Content Placeholder 2">
            <a:extLst>
              <a:ext uri="{FF2B5EF4-FFF2-40B4-BE49-F238E27FC236}">
                <a16:creationId xmlns:a16="http://schemas.microsoft.com/office/drawing/2014/main" id="{8F546373-BDD8-664B-AC10-322CEB52545B}"/>
              </a:ext>
            </a:extLst>
          </p:cNvPr>
          <p:cNvSpPr>
            <a:spLocks noGrp="1"/>
          </p:cNvSpPr>
          <p:nvPr>
            <p:ph sz="half" idx="18" hasCustomPrompt="1"/>
          </p:nvPr>
        </p:nvSpPr>
        <p:spPr>
          <a:xfrm>
            <a:off x="6929497" y="2102175"/>
            <a:ext cx="1949116" cy="953846"/>
          </a:xfrm>
        </p:spPr>
        <p:txBody>
          <a:bodyPr>
            <a:noAutofit/>
          </a:bodyPr>
          <a:lstStyle>
            <a:lvl1pPr marL="0" indent="0">
              <a:buNone/>
              <a:defRPr sz="6600" b="1">
                <a:solidFill>
                  <a:srgbClr val="A50034"/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1pPr>
            <a:lvl2pPr marL="457200" indent="0">
              <a:buNone/>
              <a:defRPr/>
            </a:lvl2pPr>
          </a:lstStyle>
          <a:p>
            <a:pPr lvl="0"/>
            <a:r>
              <a:rPr lang="en-US"/>
              <a:t>%</a:t>
            </a:r>
          </a:p>
        </p:txBody>
      </p:sp>
      <p:sp>
        <p:nvSpPr>
          <p:cNvPr id="38" name="Content Placeholder 2">
            <a:extLst>
              <a:ext uri="{FF2B5EF4-FFF2-40B4-BE49-F238E27FC236}">
                <a16:creationId xmlns:a16="http://schemas.microsoft.com/office/drawing/2014/main" id="{1134914D-7CD5-844A-8CA2-F7548F041817}"/>
              </a:ext>
            </a:extLst>
          </p:cNvPr>
          <p:cNvSpPr>
            <a:spLocks noGrp="1"/>
          </p:cNvSpPr>
          <p:nvPr>
            <p:ph sz="half" idx="19" hasCustomPrompt="1"/>
          </p:nvPr>
        </p:nvSpPr>
        <p:spPr>
          <a:xfrm>
            <a:off x="9800932" y="2102175"/>
            <a:ext cx="1949116" cy="953846"/>
          </a:xfrm>
        </p:spPr>
        <p:txBody>
          <a:bodyPr>
            <a:noAutofit/>
          </a:bodyPr>
          <a:lstStyle>
            <a:lvl1pPr marL="0" indent="0">
              <a:buNone/>
              <a:defRPr sz="6600" b="1">
                <a:solidFill>
                  <a:srgbClr val="A50034"/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1pPr>
            <a:lvl2pPr marL="457200" indent="0">
              <a:buNone/>
              <a:defRPr/>
            </a:lvl2pPr>
          </a:lstStyle>
          <a:p>
            <a:pPr lvl="0"/>
            <a:r>
              <a:rPr lang="en-US"/>
              <a:t>%</a:t>
            </a:r>
          </a:p>
        </p:txBody>
      </p:sp>
      <p:sp>
        <p:nvSpPr>
          <p:cNvPr id="39" name="Content Placeholder 3">
            <a:extLst>
              <a:ext uri="{FF2B5EF4-FFF2-40B4-BE49-F238E27FC236}">
                <a16:creationId xmlns:a16="http://schemas.microsoft.com/office/drawing/2014/main" id="{C2BD0575-0083-374B-AE3D-74F38E9E4ABE}"/>
              </a:ext>
            </a:extLst>
          </p:cNvPr>
          <p:cNvSpPr>
            <a:spLocks noGrp="1"/>
          </p:cNvSpPr>
          <p:nvPr>
            <p:ph sz="half" idx="16" hasCustomPrompt="1"/>
          </p:nvPr>
        </p:nvSpPr>
        <p:spPr>
          <a:xfrm>
            <a:off x="5636302" y="5552400"/>
            <a:ext cx="6113746" cy="496271"/>
          </a:xfrm>
        </p:spPr>
        <p:txBody>
          <a:bodyPr>
            <a:normAutofit/>
          </a:bodyPr>
          <a:lstStyle>
            <a:lvl1pPr marL="0" indent="0" algn="r">
              <a:buNone/>
              <a:defRPr sz="1600" b="0">
                <a:solidFill>
                  <a:srgbClr val="4A4F54"/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1pPr>
          </a:lstStyle>
          <a:p>
            <a:pPr lvl="0"/>
            <a:r>
              <a:rPr lang="en-US"/>
              <a:t>— Attribution</a:t>
            </a:r>
          </a:p>
        </p:txBody>
      </p:sp>
      <p:sp>
        <p:nvSpPr>
          <p:cNvPr id="40" name="Content Placeholder 3">
            <a:extLst>
              <a:ext uri="{FF2B5EF4-FFF2-40B4-BE49-F238E27FC236}">
                <a16:creationId xmlns:a16="http://schemas.microsoft.com/office/drawing/2014/main" id="{51E2E38F-B217-4F4D-A40F-918AA6513E3B}"/>
              </a:ext>
            </a:extLst>
          </p:cNvPr>
          <p:cNvSpPr>
            <a:spLocks noGrp="1"/>
          </p:cNvSpPr>
          <p:nvPr>
            <p:ph sz="half" idx="20" hasCustomPrompt="1"/>
          </p:nvPr>
        </p:nvSpPr>
        <p:spPr>
          <a:xfrm>
            <a:off x="3955147" y="3217603"/>
            <a:ext cx="1949116" cy="331713"/>
          </a:xfrm>
        </p:spPr>
        <p:txBody>
          <a:bodyPr>
            <a:normAutofit/>
          </a:bodyPr>
          <a:lstStyle>
            <a:lvl1pPr marL="0" indent="0">
              <a:buNone/>
              <a:defRPr sz="1400" b="1">
                <a:solidFill>
                  <a:srgbClr val="4A4F54"/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1pPr>
          </a:lstStyle>
          <a:p>
            <a:pPr lvl="0"/>
            <a:r>
              <a:rPr lang="en-US"/>
              <a:t>Subhead</a:t>
            </a:r>
          </a:p>
        </p:txBody>
      </p:sp>
      <p:sp>
        <p:nvSpPr>
          <p:cNvPr id="41" name="Content Placeholder 3">
            <a:extLst>
              <a:ext uri="{FF2B5EF4-FFF2-40B4-BE49-F238E27FC236}">
                <a16:creationId xmlns:a16="http://schemas.microsoft.com/office/drawing/2014/main" id="{034830CC-3C91-9847-B142-5A8657D08134}"/>
              </a:ext>
            </a:extLst>
          </p:cNvPr>
          <p:cNvSpPr>
            <a:spLocks noGrp="1"/>
          </p:cNvSpPr>
          <p:nvPr>
            <p:ph sz="half" idx="21" hasCustomPrompt="1"/>
          </p:nvPr>
        </p:nvSpPr>
        <p:spPr>
          <a:xfrm>
            <a:off x="6929497" y="3217603"/>
            <a:ext cx="1949116" cy="331713"/>
          </a:xfrm>
        </p:spPr>
        <p:txBody>
          <a:bodyPr>
            <a:normAutofit/>
          </a:bodyPr>
          <a:lstStyle>
            <a:lvl1pPr marL="0" indent="0">
              <a:buNone/>
              <a:defRPr sz="1400" b="1">
                <a:solidFill>
                  <a:srgbClr val="4A4F54"/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1pPr>
          </a:lstStyle>
          <a:p>
            <a:pPr lvl="0"/>
            <a:r>
              <a:rPr lang="en-US"/>
              <a:t>Subhead</a:t>
            </a:r>
          </a:p>
        </p:txBody>
      </p:sp>
      <p:sp>
        <p:nvSpPr>
          <p:cNvPr id="42" name="Content Placeholder 3">
            <a:extLst>
              <a:ext uri="{FF2B5EF4-FFF2-40B4-BE49-F238E27FC236}">
                <a16:creationId xmlns:a16="http://schemas.microsoft.com/office/drawing/2014/main" id="{AE43A7F7-E693-1F4F-8966-4DE03E48D1E2}"/>
              </a:ext>
            </a:extLst>
          </p:cNvPr>
          <p:cNvSpPr>
            <a:spLocks noGrp="1"/>
          </p:cNvSpPr>
          <p:nvPr>
            <p:ph sz="half" idx="22" hasCustomPrompt="1"/>
          </p:nvPr>
        </p:nvSpPr>
        <p:spPr>
          <a:xfrm>
            <a:off x="9800932" y="3217603"/>
            <a:ext cx="1949116" cy="331713"/>
          </a:xfrm>
        </p:spPr>
        <p:txBody>
          <a:bodyPr>
            <a:normAutofit/>
          </a:bodyPr>
          <a:lstStyle>
            <a:lvl1pPr marL="0" indent="0">
              <a:buNone/>
              <a:defRPr sz="1400" b="1">
                <a:solidFill>
                  <a:srgbClr val="4A4F54"/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1pPr>
          </a:lstStyle>
          <a:p>
            <a:pPr lvl="0"/>
            <a:r>
              <a:rPr lang="en-US"/>
              <a:t>Subhead</a:t>
            </a:r>
          </a:p>
        </p:txBody>
      </p:sp>
      <p:cxnSp>
        <p:nvCxnSpPr>
          <p:cNvPr id="27" name="Straight Connector 26">
            <a:extLst>
              <a:ext uri="{FF2B5EF4-FFF2-40B4-BE49-F238E27FC236}">
                <a16:creationId xmlns:a16="http://schemas.microsoft.com/office/drawing/2014/main" id="{5C1BB801-C031-3149-A371-71F935F20B38}"/>
              </a:ext>
            </a:extLst>
          </p:cNvPr>
          <p:cNvCxnSpPr/>
          <p:nvPr userDrawn="1"/>
        </p:nvCxnSpPr>
        <p:spPr>
          <a:xfrm>
            <a:off x="3387110" y="1913021"/>
            <a:ext cx="0" cy="1143000"/>
          </a:xfrm>
          <a:prstGeom prst="line">
            <a:avLst/>
          </a:prstGeom>
          <a:ln w="25400">
            <a:solidFill>
              <a:srgbClr val="6F706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" name="Straight Connector 42">
            <a:extLst>
              <a:ext uri="{FF2B5EF4-FFF2-40B4-BE49-F238E27FC236}">
                <a16:creationId xmlns:a16="http://schemas.microsoft.com/office/drawing/2014/main" id="{EE00E8EB-7FCC-4348-85EB-6E9CC59D5DBC}"/>
              </a:ext>
            </a:extLst>
          </p:cNvPr>
          <p:cNvCxnSpPr/>
          <p:nvPr userDrawn="1"/>
        </p:nvCxnSpPr>
        <p:spPr>
          <a:xfrm>
            <a:off x="6330837" y="1913021"/>
            <a:ext cx="0" cy="1143000"/>
          </a:xfrm>
          <a:prstGeom prst="line">
            <a:avLst/>
          </a:prstGeom>
          <a:ln w="25400">
            <a:solidFill>
              <a:srgbClr val="6F706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" name="Straight Connector 43">
            <a:extLst>
              <a:ext uri="{FF2B5EF4-FFF2-40B4-BE49-F238E27FC236}">
                <a16:creationId xmlns:a16="http://schemas.microsoft.com/office/drawing/2014/main" id="{BCB17817-8782-9D43-BAC7-91104C6C82CA}"/>
              </a:ext>
            </a:extLst>
          </p:cNvPr>
          <p:cNvCxnSpPr/>
          <p:nvPr userDrawn="1"/>
        </p:nvCxnSpPr>
        <p:spPr>
          <a:xfrm>
            <a:off x="9298626" y="1913021"/>
            <a:ext cx="0" cy="1143000"/>
          </a:xfrm>
          <a:prstGeom prst="line">
            <a:avLst/>
          </a:prstGeom>
          <a:ln w="25400">
            <a:solidFill>
              <a:srgbClr val="6F706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9" name="TextBox 48">
            <a:extLst>
              <a:ext uri="{FF2B5EF4-FFF2-40B4-BE49-F238E27FC236}">
                <a16:creationId xmlns:a16="http://schemas.microsoft.com/office/drawing/2014/main" id="{C11E1199-5D47-4540-B6B9-D1E2A5D575EA}"/>
              </a:ext>
            </a:extLst>
          </p:cNvPr>
          <p:cNvSpPr txBox="1"/>
          <p:nvPr userDrawn="1"/>
        </p:nvSpPr>
        <p:spPr>
          <a:xfrm>
            <a:off x="339436" y="6314984"/>
            <a:ext cx="1935413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>
                <a:solidFill>
                  <a:srgbClr val="D22630"/>
                </a:solidFill>
                <a:latin typeface="Roboto" panose="02000000000000000000" pitchFamily="2" charset="0"/>
                <a:ea typeface="Roboto" panose="02000000000000000000" pitchFamily="2" charset="0"/>
                <a:cs typeface="Roboto Condensed Light" panose="02000000000000000000" pitchFamily="2" charset="0"/>
              </a:rPr>
              <a:t>axway.com</a:t>
            </a:r>
          </a:p>
        </p:txBody>
      </p:sp>
      <p:sp>
        <p:nvSpPr>
          <p:cNvPr id="20" name="Title 1">
            <a:extLst>
              <a:ext uri="{FF2B5EF4-FFF2-40B4-BE49-F238E27FC236}">
                <a16:creationId xmlns:a16="http://schemas.microsoft.com/office/drawing/2014/main" id="{4FD929EF-C26E-7B4E-B4DE-94AA78EBD3A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39435" y="17927"/>
            <a:ext cx="11410613" cy="1129556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3000">
                <a:solidFill>
                  <a:schemeClr val="bg1"/>
                </a:solidFill>
              </a:defRPr>
            </a:lvl1pPr>
          </a:lstStyle>
          <a:p>
            <a:r>
              <a:rPr lang="en-US"/>
              <a:t>Sample custom layout — data</a:t>
            </a:r>
          </a:p>
        </p:txBody>
      </p:sp>
      <p:sp>
        <p:nvSpPr>
          <p:cNvPr id="21" name="Slide Number Placeholder 5">
            <a:extLst>
              <a:ext uri="{FF2B5EF4-FFF2-40B4-BE49-F238E27FC236}">
                <a16:creationId xmlns:a16="http://schemas.microsoft.com/office/drawing/2014/main" id="{C504B85B-5272-DF42-A153-0FAE49BF59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027761" y="6270275"/>
            <a:ext cx="2743200" cy="365125"/>
          </a:xfrm>
          <a:prstGeom prst="rect">
            <a:avLst/>
          </a:prstGeom>
        </p:spPr>
        <p:txBody>
          <a:bodyPr/>
          <a:lstStyle/>
          <a:p>
            <a:fld id="{D45B42A2-12DC-D04A-88D3-A93CC82DF34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847782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ustom -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203652C9-F40F-8340-8564-D340ECDD5E29}"/>
              </a:ext>
            </a:extLst>
          </p:cNvPr>
          <p:cNvSpPr/>
          <p:nvPr userDrawn="1"/>
        </p:nvSpPr>
        <p:spPr>
          <a:xfrm>
            <a:off x="-83127" y="-83126"/>
            <a:ext cx="12374088" cy="1302326"/>
          </a:xfrm>
          <a:prstGeom prst="rect">
            <a:avLst/>
          </a:prstGeom>
          <a:gradFill>
            <a:gsLst>
              <a:gs pos="100000">
                <a:srgbClr val="2B7483"/>
              </a:gs>
              <a:gs pos="10000">
                <a:srgbClr val="43A7BE"/>
              </a:gs>
            </a:gsLst>
            <a:lin ang="0" scaled="0"/>
          </a:gra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/>
          <a:lstStyle/>
          <a:p>
            <a:pPr algn="ctr"/>
            <a:endParaRPr lang="en-US" err="1">
              <a:solidFill>
                <a:schemeClr val="tx1"/>
              </a:solidFill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56C3C2C0-AC17-2F41-AC40-FAF6E1992727}"/>
              </a:ext>
            </a:extLst>
          </p:cNvPr>
          <p:cNvSpPr txBox="1"/>
          <p:nvPr userDrawn="1"/>
        </p:nvSpPr>
        <p:spPr>
          <a:xfrm>
            <a:off x="339436" y="6314984"/>
            <a:ext cx="1935413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>
                <a:solidFill>
                  <a:srgbClr val="D22630"/>
                </a:solidFill>
                <a:latin typeface="Roboto" panose="02000000000000000000" pitchFamily="2" charset="0"/>
                <a:ea typeface="Roboto" panose="02000000000000000000" pitchFamily="2" charset="0"/>
                <a:cs typeface="Roboto Condensed Light" panose="02000000000000000000" pitchFamily="2" charset="0"/>
              </a:rPr>
              <a:t>axway.com</a:t>
            </a:r>
          </a:p>
        </p:txBody>
      </p:sp>
      <p:sp>
        <p:nvSpPr>
          <p:cNvPr id="12" name="Content Placeholder 2">
            <a:extLst>
              <a:ext uri="{FF2B5EF4-FFF2-40B4-BE49-F238E27FC236}">
                <a16:creationId xmlns:a16="http://schemas.microsoft.com/office/drawing/2014/main" id="{85D4B0F6-CBEB-EC42-B137-C470A0F50440}"/>
              </a:ext>
            </a:extLst>
          </p:cNvPr>
          <p:cNvSpPr>
            <a:spLocks noGrp="1"/>
          </p:cNvSpPr>
          <p:nvPr>
            <p:ph sz="half" idx="1" hasCustomPrompt="1"/>
          </p:nvPr>
        </p:nvSpPr>
        <p:spPr>
          <a:xfrm>
            <a:off x="1204226" y="1408879"/>
            <a:ext cx="3110388" cy="4586030"/>
          </a:xfrm>
        </p:spPr>
        <p:txBody>
          <a:bodyPr>
            <a:noAutofit/>
          </a:bodyPr>
          <a:lstStyle>
            <a:lvl1pPr marL="0" indent="0">
              <a:buNone/>
              <a:defRPr sz="40000" b="1">
                <a:solidFill>
                  <a:srgbClr val="43A7BE"/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1pPr>
            <a:lvl2pPr marL="457200" indent="0">
              <a:buNone/>
              <a:defRPr/>
            </a:lvl2pPr>
          </a:lstStyle>
          <a:p>
            <a:pPr lvl="0"/>
            <a:r>
              <a:rPr lang="en-US"/>
              <a:t>7</a:t>
            </a:r>
          </a:p>
        </p:txBody>
      </p:sp>
      <p:sp>
        <p:nvSpPr>
          <p:cNvPr id="13" name="Content Placeholder 2">
            <a:extLst>
              <a:ext uri="{FF2B5EF4-FFF2-40B4-BE49-F238E27FC236}">
                <a16:creationId xmlns:a16="http://schemas.microsoft.com/office/drawing/2014/main" id="{87274E0F-D5FD-B149-9A4E-519A55A5F4D5}"/>
              </a:ext>
            </a:extLst>
          </p:cNvPr>
          <p:cNvSpPr>
            <a:spLocks noGrp="1"/>
          </p:cNvSpPr>
          <p:nvPr>
            <p:ph sz="half" idx="13" hasCustomPrompt="1"/>
          </p:nvPr>
        </p:nvSpPr>
        <p:spPr>
          <a:xfrm>
            <a:off x="4864875" y="2012673"/>
            <a:ext cx="6906087" cy="490063"/>
          </a:xfrm>
        </p:spPr>
        <p:txBody>
          <a:bodyPr>
            <a:noAutofit/>
          </a:bodyPr>
          <a:lstStyle>
            <a:lvl1pPr marL="0" indent="0">
              <a:buNone/>
              <a:defRPr sz="2000" b="1">
                <a:solidFill>
                  <a:srgbClr val="4A4F54"/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1pPr>
            <a:lvl2pPr marL="457200" indent="0">
              <a:buNone/>
              <a:defRPr/>
            </a:lvl2pPr>
          </a:lstStyle>
          <a:p>
            <a:pPr lvl="0"/>
            <a:r>
              <a:rPr lang="en-US"/>
              <a:t>Header</a:t>
            </a:r>
          </a:p>
        </p:txBody>
      </p:sp>
      <p:sp>
        <p:nvSpPr>
          <p:cNvPr id="14" name="Content Placeholder 2">
            <a:extLst>
              <a:ext uri="{FF2B5EF4-FFF2-40B4-BE49-F238E27FC236}">
                <a16:creationId xmlns:a16="http://schemas.microsoft.com/office/drawing/2014/main" id="{EA0A157E-3816-F249-90DD-4522A6B2387C}"/>
              </a:ext>
            </a:extLst>
          </p:cNvPr>
          <p:cNvSpPr>
            <a:spLocks noGrp="1"/>
          </p:cNvSpPr>
          <p:nvPr>
            <p:ph sz="half" idx="15" hasCustomPrompt="1"/>
          </p:nvPr>
        </p:nvSpPr>
        <p:spPr>
          <a:xfrm>
            <a:off x="4864874" y="2755654"/>
            <a:ext cx="6906087" cy="2366462"/>
          </a:xfrm>
        </p:spPr>
        <p:txBody>
          <a:bodyPr>
            <a:normAutofit/>
          </a:bodyPr>
          <a:lstStyle>
            <a:lvl1pPr marL="0" indent="0">
              <a:buNone/>
              <a:defRPr sz="1800" b="1">
                <a:solidFill>
                  <a:srgbClr val="6C1D45"/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1pPr>
            <a:lvl2pPr marL="457200" indent="0">
              <a:buNone/>
              <a:defRPr/>
            </a:lvl2pPr>
          </a:lstStyle>
          <a:p>
            <a:pPr lvl="0"/>
            <a:r>
              <a:rPr lang="en-US"/>
              <a:t>Body copy</a:t>
            </a:r>
          </a:p>
        </p:txBody>
      </p:sp>
      <p:sp>
        <p:nvSpPr>
          <p:cNvPr id="15" name="Content Placeholder 3">
            <a:extLst>
              <a:ext uri="{FF2B5EF4-FFF2-40B4-BE49-F238E27FC236}">
                <a16:creationId xmlns:a16="http://schemas.microsoft.com/office/drawing/2014/main" id="{EF9F8201-8BB5-5444-AC0C-8BE170F537A5}"/>
              </a:ext>
            </a:extLst>
          </p:cNvPr>
          <p:cNvSpPr>
            <a:spLocks noGrp="1"/>
          </p:cNvSpPr>
          <p:nvPr>
            <p:ph sz="half" idx="16" hasCustomPrompt="1"/>
          </p:nvPr>
        </p:nvSpPr>
        <p:spPr>
          <a:xfrm>
            <a:off x="8672672" y="5373813"/>
            <a:ext cx="3098289" cy="496271"/>
          </a:xfrm>
        </p:spPr>
        <p:txBody>
          <a:bodyPr>
            <a:normAutofit/>
          </a:bodyPr>
          <a:lstStyle>
            <a:lvl1pPr marL="0" indent="0" algn="r">
              <a:buNone/>
              <a:defRPr sz="1600" b="0">
                <a:solidFill>
                  <a:srgbClr val="4A4F54"/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1pPr>
          </a:lstStyle>
          <a:p>
            <a:pPr lvl="0"/>
            <a:r>
              <a:rPr lang="en-US"/>
              <a:t>— Attribution</a:t>
            </a:r>
          </a:p>
        </p:txBody>
      </p:sp>
      <p:sp>
        <p:nvSpPr>
          <p:cNvPr id="16" name="Title 1">
            <a:extLst>
              <a:ext uri="{FF2B5EF4-FFF2-40B4-BE49-F238E27FC236}">
                <a16:creationId xmlns:a16="http://schemas.microsoft.com/office/drawing/2014/main" id="{459130E4-6188-4A4B-8873-3785A9C04D1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39435" y="17927"/>
            <a:ext cx="11431526" cy="1129556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3000">
                <a:solidFill>
                  <a:schemeClr val="bg1"/>
                </a:solidFill>
              </a:defRPr>
            </a:lvl1pPr>
          </a:lstStyle>
          <a:p>
            <a:r>
              <a:rPr lang="en-US"/>
              <a:t>Sample custom layout</a:t>
            </a:r>
          </a:p>
        </p:txBody>
      </p:sp>
      <p:sp>
        <p:nvSpPr>
          <p:cNvPr id="17" name="Slide Number Placeholder 5">
            <a:extLst>
              <a:ext uri="{FF2B5EF4-FFF2-40B4-BE49-F238E27FC236}">
                <a16:creationId xmlns:a16="http://schemas.microsoft.com/office/drawing/2014/main" id="{ACACAE9E-5DA3-4E48-8E75-0569A19AD1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027761" y="6270275"/>
            <a:ext cx="2743200" cy="365125"/>
          </a:xfrm>
          <a:prstGeom prst="rect">
            <a:avLst/>
          </a:prstGeom>
        </p:spPr>
        <p:txBody>
          <a:bodyPr/>
          <a:lstStyle/>
          <a:p>
            <a:fld id="{D45B42A2-12DC-D04A-88D3-A93CC82DF34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738177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 Slide Option"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2D5B49-FBBB-444D-969E-AE2476735A0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87376" y="584197"/>
            <a:ext cx="6121400" cy="649291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3000">
                <a:solidFill>
                  <a:schemeClr val="bg1"/>
                </a:solidFill>
              </a:defRPr>
            </a:lvl1pPr>
          </a:lstStyle>
          <a:p>
            <a:r>
              <a:rPr lang="en-US"/>
              <a:t>Custom numbered slide — bonus</a:t>
            </a:r>
          </a:p>
        </p:txBody>
      </p:sp>
    </p:spTree>
    <p:extLst>
      <p:ext uri="{BB962C8B-B14F-4D97-AF65-F5344CB8AC3E}">
        <p14:creationId xmlns:p14="http://schemas.microsoft.com/office/powerpoint/2010/main" val="4249327074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hank You - opt 1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9DDA37E0-18C9-7840-90BB-92F632D156BF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150" t="3239" r="5482" b="5392"/>
          <a:stretch/>
        </p:blipFill>
        <p:spPr>
          <a:xfrm>
            <a:off x="1" y="-1"/>
            <a:ext cx="12191999" cy="6858001"/>
          </a:xfrm>
          <a:prstGeom prst="rect">
            <a:avLst/>
          </a:prstGeom>
        </p:spPr>
      </p:pic>
      <p:sp>
        <p:nvSpPr>
          <p:cNvPr id="18" name="Content Placeholder 16">
            <a:extLst>
              <a:ext uri="{FF2B5EF4-FFF2-40B4-BE49-F238E27FC236}">
                <a16:creationId xmlns:a16="http://schemas.microsoft.com/office/drawing/2014/main" id="{54C8FFE0-9F6D-4C46-BC96-F789FF4D6362}"/>
              </a:ext>
            </a:extLst>
          </p:cNvPr>
          <p:cNvSpPr>
            <a:spLocks noGrp="1"/>
          </p:cNvSpPr>
          <p:nvPr>
            <p:ph sz="quarter" idx="11" hasCustomPrompt="1"/>
          </p:nvPr>
        </p:nvSpPr>
        <p:spPr>
          <a:xfrm>
            <a:off x="7070558" y="2725062"/>
            <a:ext cx="4283242" cy="2027412"/>
          </a:xfrm>
        </p:spPr>
        <p:txBody>
          <a:bodyPr>
            <a:noAutofit/>
          </a:bodyPr>
          <a:lstStyle>
            <a:lvl1pPr marL="0" indent="0">
              <a:buNone/>
              <a:defRPr sz="6000" b="1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1pPr>
          </a:lstStyle>
          <a:p>
            <a:pPr lvl="0"/>
            <a:r>
              <a:rPr lang="en-US"/>
              <a:t>Thank You</a:t>
            </a:r>
          </a:p>
        </p:txBody>
      </p:sp>
    </p:spTree>
    <p:extLst>
      <p:ext uri="{BB962C8B-B14F-4D97-AF65-F5344CB8AC3E}">
        <p14:creationId xmlns:p14="http://schemas.microsoft.com/office/powerpoint/2010/main" val="3090365731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meline - 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1">
            <a:extLst>
              <a:ext uri="{FF2B5EF4-FFF2-40B4-BE49-F238E27FC236}">
                <a16:creationId xmlns:a16="http://schemas.microsoft.com/office/drawing/2014/main" id="{81FC8A18-1468-1749-81E5-298B03ED3A26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-1" y="881386"/>
            <a:ext cx="12192000" cy="766763"/>
          </a:xfrm>
        </p:spPr>
        <p:txBody>
          <a:bodyPr anchor="b">
            <a:normAutofit/>
          </a:bodyPr>
          <a:lstStyle>
            <a:lvl1pPr algn="ctr">
              <a:defRPr sz="3200" b="1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1pPr>
          </a:lstStyle>
          <a:p>
            <a:r>
              <a:rPr lang="en-US"/>
              <a:t>Fancy Timeline</a:t>
            </a:r>
          </a:p>
        </p:txBody>
      </p:sp>
      <p:sp>
        <p:nvSpPr>
          <p:cNvPr id="10" name="Oval 9">
            <a:hlinkClick r:id="" action="ppaction://noaction"/>
            <a:extLst>
              <a:ext uri="{FF2B5EF4-FFF2-40B4-BE49-F238E27FC236}">
                <a16:creationId xmlns:a16="http://schemas.microsoft.com/office/drawing/2014/main" id="{819D5C01-C44E-F04B-BA56-FB9056345973}"/>
              </a:ext>
            </a:extLst>
          </p:cNvPr>
          <p:cNvSpPr/>
          <p:nvPr userDrawn="1"/>
        </p:nvSpPr>
        <p:spPr>
          <a:xfrm>
            <a:off x="5837673" y="3862480"/>
            <a:ext cx="516654" cy="516654"/>
          </a:xfrm>
          <a:prstGeom prst="ellipse">
            <a:avLst/>
          </a:prstGeom>
          <a:solidFill>
            <a:srgbClr val="000000">
              <a:alpha val="0"/>
            </a:srgbClr>
          </a:solidFill>
          <a:ln w="6350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013" b="0" i="0">
              <a:latin typeface="Roboto Regular" charset="0"/>
            </a:endParaRPr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FC2CC017-1551-1B4F-A32B-A62C5B7A86BB}"/>
              </a:ext>
            </a:extLst>
          </p:cNvPr>
          <p:cNvCxnSpPr>
            <a:cxnSpLocks/>
          </p:cNvCxnSpPr>
          <p:nvPr userDrawn="1"/>
        </p:nvCxnSpPr>
        <p:spPr>
          <a:xfrm flipH="1" flipV="1">
            <a:off x="6095999" y="4392534"/>
            <a:ext cx="1" cy="2656496"/>
          </a:xfrm>
          <a:prstGeom prst="line">
            <a:avLst/>
          </a:prstGeom>
          <a:solidFill>
            <a:srgbClr val="000000">
              <a:alpha val="0"/>
            </a:srgbClr>
          </a:solidFill>
          <a:ln w="6350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17" name="Content Placeholder 16">
            <a:extLst>
              <a:ext uri="{FF2B5EF4-FFF2-40B4-BE49-F238E27FC236}">
                <a16:creationId xmlns:a16="http://schemas.microsoft.com/office/drawing/2014/main" id="{43C0002A-472F-3044-9CE2-9DEBD896DC73}"/>
              </a:ext>
            </a:extLst>
          </p:cNvPr>
          <p:cNvSpPr>
            <a:spLocks noGrp="1"/>
          </p:cNvSpPr>
          <p:nvPr>
            <p:ph sz="quarter" idx="10" hasCustomPrompt="1"/>
          </p:nvPr>
        </p:nvSpPr>
        <p:spPr>
          <a:xfrm>
            <a:off x="1524000" y="2995862"/>
            <a:ext cx="2930525" cy="452187"/>
          </a:xfrm>
        </p:spPr>
        <p:txBody>
          <a:bodyPr>
            <a:normAutofit/>
          </a:bodyPr>
          <a:lstStyle>
            <a:lvl1pPr marL="0" indent="0">
              <a:buNone/>
              <a:defRPr sz="2000" b="1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1pPr>
          </a:lstStyle>
          <a:p>
            <a:pPr lvl="0"/>
            <a:r>
              <a:rPr lang="en-US"/>
              <a:t>Header</a:t>
            </a:r>
          </a:p>
        </p:txBody>
      </p:sp>
      <p:sp>
        <p:nvSpPr>
          <p:cNvPr id="18" name="Content Placeholder 16">
            <a:extLst>
              <a:ext uri="{FF2B5EF4-FFF2-40B4-BE49-F238E27FC236}">
                <a16:creationId xmlns:a16="http://schemas.microsoft.com/office/drawing/2014/main" id="{54C8FFE0-9F6D-4C46-BC96-F789FF4D6362}"/>
              </a:ext>
            </a:extLst>
          </p:cNvPr>
          <p:cNvSpPr>
            <a:spLocks noGrp="1"/>
          </p:cNvSpPr>
          <p:nvPr>
            <p:ph sz="quarter" idx="11" hasCustomPrompt="1"/>
          </p:nvPr>
        </p:nvSpPr>
        <p:spPr>
          <a:xfrm>
            <a:off x="8161421" y="2995862"/>
            <a:ext cx="2930525" cy="452187"/>
          </a:xfrm>
        </p:spPr>
        <p:txBody>
          <a:bodyPr>
            <a:normAutofit/>
          </a:bodyPr>
          <a:lstStyle>
            <a:lvl1pPr marL="0" indent="0">
              <a:buNone/>
              <a:defRPr sz="2000" b="1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1pPr>
          </a:lstStyle>
          <a:p>
            <a:pPr lvl="0"/>
            <a:r>
              <a:rPr lang="en-US"/>
              <a:t>Header</a:t>
            </a:r>
          </a:p>
        </p:txBody>
      </p:sp>
      <p:sp>
        <p:nvSpPr>
          <p:cNvPr id="20" name="Text Placeholder 19">
            <a:extLst>
              <a:ext uri="{FF2B5EF4-FFF2-40B4-BE49-F238E27FC236}">
                <a16:creationId xmlns:a16="http://schemas.microsoft.com/office/drawing/2014/main" id="{00D6EF10-881E-7B4C-84B3-700676D568AA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1524000" y="3602038"/>
            <a:ext cx="2930525" cy="1655762"/>
          </a:xfrm>
        </p:spPr>
        <p:txBody>
          <a:bodyPr>
            <a:normAutofit/>
          </a:bodyPr>
          <a:lstStyle>
            <a:lvl1pPr marL="228600" marR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 sz="160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1pPr>
          </a:lstStyle>
          <a:p>
            <a:pPr lvl="0"/>
            <a:r>
              <a:rPr lang="en-US"/>
              <a:t>Bullet copy</a:t>
            </a:r>
          </a:p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/>
              <a:t>Bullet copy</a:t>
            </a:r>
          </a:p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/>
              <a:t>Bullet copy</a:t>
            </a:r>
          </a:p>
          <a:p>
            <a:pPr lvl="0"/>
            <a:endParaRPr lang="en-US"/>
          </a:p>
        </p:txBody>
      </p:sp>
      <p:sp>
        <p:nvSpPr>
          <p:cNvPr id="21" name="Text Placeholder 19">
            <a:extLst>
              <a:ext uri="{FF2B5EF4-FFF2-40B4-BE49-F238E27FC236}">
                <a16:creationId xmlns:a16="http://schemas.microsoft.com/office/drawing/2014/main" id="{B599D7DE-F27D-AA44-B551-2A1978A132A1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8161420" y="3587585"/>
            <a:ext cx="2930525" cy="1655762"/>
          </a:xfrm>
        </p:spPr>
        <p:txBody>
          <a:bodyPr>
            <a:normAutofit/>
          </a:bodyPr>
          <a:lstStyle>
            <a:lvl1pPr marL="228600" marR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 sz="160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1pPr>
          </a:lstStyle>
          <a:p>
            <a:pPr lvl="0"/>
            <a:r>
              <a:rPr lang="en-US"/>
              <a:t>Bullet copy</a:t>
            </a:r>
          </a:p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/>
              <a:t>Bullet copy</a:t>
            </a:r>
          </a:p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/>
              <a:t>Bullet copy</a:t>
            </a:r>
          </a:p>
          <a:p>
            <a:pPr lvl="0"/>
            <a:endParaRPr lang="en-US"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F749C29B-6E79-E24B-AD3A-51DDD93DEAC0}"/>
              </a:ext>
            </a:extLst>
          </p:cNvPr>
          <p:cNvSpPr txBox="1"/>
          <p:nvPr userDrawn="1"/>
        </p:nvSpPr>
        <p:spPr>
          <a:xfrm>
            <a:off x="339436" y="6314984"/>
            <a:ext cx="1935413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  <a:cs typeface="Roboto Condensed Light" panose="02000000000000000000" pitchFamily="2" charset="0"/>
              </a:rPr>
              <a:t>axway.com</a:t>
            </a:r>
          </a:p>
        </p:txBody>
      </p:sp>
      <p:sp>
        <p:nvSpPr>
          <p:cNvPr id="13" name="Slide Number Placeholder 5">
            <a:extLst>
              <a:ext uri="{FF2B5EF4-FFF2-40B4-BE49-F238E27FC236}">
                <a16:creationId xmlns:a16="http://schemas.microsoft.com/office/drawing/2014/main" id="{F82132C4-7A4E-8942-A264-26A1F7B72E10}"/>
              </a:ext>
            </a:extLst>
          </p:cNvPr>
          <p:cNvSpPr>
            <a:spLocks noGrp="1"/>
          </p:cNvSpPr>
          <p:nvPr>
            <p:ph type="sldNum" sz="quarter" idx="14"/>
          </p:nvPr>
        </p:nvSpPr>
        <p:spPr>
          <a:xfrm>
            <a:off x="9027761" y="6270275"/>
            <a:ext cx="2743200" cy="365125"/>
          </a:xfrm>
        </p:spPr>
        <p:txBody>
          <a:bodyPr/>
          <a:lstStyle/>
          <a:p>
            <a:fld id="{D45B42A2-12DC-D04A-88D3-A93CC82DF34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96646685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meline - Midd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Oval 9">
            <a:hlinkClick r:id="" action="ppaction://noaction"/>
            <a:extLst>
              <a:ext uri="{FF2B5EF4-FFF2-40B4-BE49-F238E27FC236}">
                <a16:creationId xmlns:a16="http://schemas.microsoft.com/office/drawing/2014/main" id="{819D5C01-C44E-F04B-BA56-FB9056345973}"/>
              </a:ext>
            </a:extLst>
          </p:cNvPr>
          <p:cNvSpPr/>
          <p:nvPr userDrawn="1"/>
        </p:nvSpPr>
        <p:spPr>
          <a:xfrm>
            <a:off x="5858477" y="3329258"/>
            <a:ext cx="516654" cy="516654"/>
          </a:xfrm>
          <a:prstGeom prst="ellipse">
            <a:avLst/>
          </a:prstGeom>
          <a:solidFill>
            <a:srgbClr val="000000">
              <a:alpha val="0"/>
            </a:srgbClr>
          </a:solidFill>
          <a:ln w="6350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013" b="0" i="0">
              <a:latin typeface="Roboto Regular" charset="0"/>
            </a:endParaRPr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FC2CC017-1551-1B4F-A32B-A62C5B7A86BB}"/>
              </a:ext>
            </a:extLst>
          </p:cNvPr>
          <p:cNvCxnSpPr>
            <a:cxnSpLocks/>
          </p:cNvCxnSpPr>
          <p:nvPr userDrawn="1"/>
        </p:nvCxnSpPr>
        <p:spPr>
          <a:xfrm flipV="1">
            <a:off x="6116804" y="3845912"/>
            <a:ext cx="1" cy="3096309"/>
          </a:xfrm>
          <a:prstGeom prst="line">
            <a:avLst/>
          </a:prstGeom>
          <a:solidFill>
            <a:srgbClr val="000000">
              <a:alpha val="0"/>
            </a:srgbClr>
          </a:solidFill>
          <a:ln w="6350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17" name="Content Placeholder 16">
            <a:extLst>
              <a:ext uri="{FF2B5EF4-FFF2-40B4-BE49-F238E27FC236}">
                <a16:creationId xmlns:a16="http://schemas.microsoft.com/office/drawing/2014/main" id="{43C0002A-472F-3044-9CE2-9DEBD896DC73}"/>
              </a:ext>
            </a:extLst>
          </p:cNvPr>
          <p:cNvSpPr>
            <a:spLocks noGrp="1"/>
          </p:cNvSpPr>
          <p:nvPr>
            <p:ph sz="quarter" idx="10" hasCustomPrompt="1"/>
          </p:nvPr>
        </p:nvSpPr>
        <p:spPr>
          <a:xfrm>
            <a:off x="1524000" y="2995862"/>
            <a:ext cx="2930525" cy="452187"/>
          </a:xfrm>
        </p:spPr>
        <p:txBody>
          <a:bodyPr>
            <a:normAutofit/>
          </a:bodyPr>
          <a:lstStyle>
            <a:lvl1pPr marL="0" indent="0">
              <a:buNone/>
              <a:defRPr sz="2000" b="1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1pPr>
          </a:lstStyle>
          <a:p>
            <a:pPr lvl="0"/>
            <a:r>
              <a:rPr lang="en-US"/>
              <a:t>Header</a:t>
            </a:r>
          </a:p>
        </p:txBody>
      </p:sp>
      <p:sp>
        <p:nvSpPr>
          <p:cNvPr id="18" name="Content Placeholder 16">
            <a:extLst>
              <a:ext uri="{FF2B5EF4-FFF2-40B4-BE49-F238E27FC236}">
                <a16:creationId xmlns:a16="http://schemas.microsoft.com/office/drawing/2014/main" id="{54C8FFE0-9F6D-4C46-BC96-F789FF4D6362}"/>
              </a:ext>
            </a:extLst>
          </p:cNvPr>
          <p:cNvSpPr>
            <a:spLocks noGrp="1"/>
          </p:cNvSpPr>
          <p:nvPr>
            <p:ph sz="quarter" idx="11" hasCustomPrompt="1"/>
          </p:nvPr>
        </p:nvSpPr>
        <p:spPr>
          <a:xfrm>
            <a:off x="8161421" y="2995862"/>
            <a:ext cx="2930525" cy="452187"/>
          </a:xfrm>
        </p:spPr>
        <p:txBody>
          <a:bodyPr>
            <a:normAutofit/>
          </a:bodyPr>
          <a:lstStyle>
            <a:lvl1pPr marL="0" indent="0">
              <a:buNone/>
              <a:defRPr sz="2000" b="1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1pPr>
          </a:lstStyle>
          <a:p>
            <a:pPr lvl="0"/>
            <a:r>
              <a:rPr lang="en-US"/>
              <a:t>Header</a:t>
            </a:r>
          </a:p>
        </p:txBody>
      </p:sp>
      <p:sp>
        <p:nvSpPr>
          <p:cNvPr id="20" name="Text Placeholder 19">
            <a:extLst>
              <a:ext uri="{FF2B5EF4-FFF2-40B4-BE49-F238E27FC236}">
                <a16:creationId xmlns:a16="http://schemas.microsoft.com/office/drawing/2014/main" id="{00D6EF10-881E-7B4C-84B3-700676D568AA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1524000" y="3602038"/>
            <a:ext cx="2930525" cy="1655762"/>
          </a:xfrm>
        </p:spPr>
        <p:txBody>
          <a:bodyPr>
            <a:normAutofit/>
          </a:bodyPr>
          <a:lstStyle>
            <a:lvl1pPr marL="228600" marR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 sz="160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1pPr>
          </a:lstStyle>
          <a:p>
            <a:pPr lvl="0"/>
            <a:r>
              <a:rPr lang="en-US"/>
              <a:t>Bullet copy</a:t>
            </a:r>
          </a:p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/>
              <a:t>Bullet copy</a:t>
            </a:r>
          </a:p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/>
              <a:t>Bullet copy</a:t>
            </a:r>
          </a:p>
          <a:p>
            <a:pPr lvl="0"/>
            <a:endParaRPr lang="en-US"/>
          </a:p>
        </p:txBody>
      </p:sp>
      <p:sp>
        <p:nvSpPr>
          <p:cNvPr id="21" name="Text Placeholder 19">
            <a:extLst>
              <a:ext uri="{FF2B5EF4-FFF2-40B4-BE49-F238E27FC236}">
                <a16:creationId xmlns:a16="http://schemas.microsoft.com/office/drawing/2014/main" id="{B599D7DE-F27D-AA44-B551-2A1978A132A1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8161420" y="3587585"/>
            <a:ext cx="2930525" cy="1655762"/>
          </a:xfrm>
        </p:spPr>
        <p:txBody>
          <a:bodyPr>
            <a:normAutofit/>
          </a:bodyPr>
          <a:lstStyle>
            <a:lvl1pPr marL="228600" marR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 sz="160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1pPr>
          </a:lstStyle>
          <a:p>
            <a:pPr lvl="0"/>
            <a:r>
              <a:rPr lang="en-US"/>
              <a:t>Bullet copy</a:t>
            </a:r>
          </a:p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/>
              <a:t>Bullet copy</a:t>
            </a:r>
          </a:p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/>
              <a:t>Bullet copy</a:t>
            </a:r>
          </a:p>
          <a:p>
            <a:pPr lvl="0"/>
            <a:endParaRPr lang="en-US"/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6A0E3C53-E02F-9D4A-9388-7159260D54CB}"/>
              </a:ext>
            </a:extLst>
          </p:cNvPr>
          <p:cNvCxnSpPr>
            <a:cxnSpLocks/>
          </p:cNvCxnSpPr>
          <p:nvPr userDrawn="1"/>
        </p:nvCxnSpPr>
        <p:spPr>
          <a:xfrm flipV="1">
            <a:off x="6116803" y="-108284"/>
            <a:ext cx="1" cy="3437543"/>
          </a:xfrm>
          <a:prstGeom prst="line">
            <a:avLst/>
          </a:prstGeom>
          <a:solidFill>
            <a:srgbClr val="000000">
              <a:alpha val="0"/>
            </a:srgbClr>
          </a:solidFill>
          <a:ln w="6350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16" name="TextBox 15">
            <a:extLst>
              <a:ext uri="{FF2B5EF4-FFF2-40B4-BE49-F238E27FC236}">
                <a16:creationId xmlns:a16="http://schemas.microsoft.com/office/drawing/2014/main" id="{990D0DA5-52B5-754B-8D4A-B0A28D4337DA}"/>
              </a:ext>
            </a:extLst>
          </p:cNvPr>
          <p:cNvSpPr txBox="1"/>
          <p:nvPr userDrawn="1"/>
        </p:nvSpPr>
        <p:spPr>
          <a:xfrm>
            <a:off x="339436" y="6314984"/>
            <a:ext cx="1935413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  <a:cs typeface="Roboto Condensed Light" panose="02000000000000000000" pitchFamily="2" charset="0"/>
              </a:rPr>
              <a:t>axway.com</a:t>
            </a:r>
          </a:p>
        </p:txBody>
      </p:sp>
      <p:sp>
        <p:nvSpPr>
          <p:cNvPr id="12" name="Slide Number Placeholder 5">
            <a:extLst>
              <a:ext uri="{FF2B5EF4-FFF2-40B4-BE49-F238E27FC236}">
                <a16:creationId xmlns:a16="http://schemas.microsoft.com/office/drawing/2014/main" id="{E7ACE821-1990-E04D-96CF-E85EE0CD2B9F}"/>
              </a:ext>
            </a:extLst>
          </p:cNvPr>
          <p:cNvSpPr>
            <a:spLocks noGrp="1"/>
          </p:cNvSpPr>
          <p:nvPr>
            <p:ph type="sldNum" sz="quarter" idx="14"/>
          </p:nvPr>
        </p:nvSpPr>
        <p:spPr>
          <a:xfrm>
            <a:off x="9027761" y="6270275"/>
            <a:ext cx="2743200" cy="365125"/>
          </a:xfrm>
        </p:spPr>
        <p:txBody>
          <a:bodyPr/>
          <a:lstStyle/>
          <a:p>
            <a:fld id="{D45B42A2-12DC-D04A-88D3-A93CC82DF34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15782262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meline - En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Oval 9">
            <a:hlinkClick r:id="" action="ppaction://noaction"/>
            <a:extLst>
              <a:ext uri="{FF2B5EF4-FFF2-40B4-BE49-F238E27FC236}">
                <a16:creationId xmlns:a16="http://schemas.microsoft.com/office/drawing/2014/main" id="{819D5C01-C44E-F04B-BA56-FB9056345973}"/>
              </a:ext>
            </a:extLst>
          </p:cNvPr>
          <p:cNvSpPr/>
          <p:nvPr userDrawn="1"/>
        </p:nvSpPr>
        <p:spPr>
          <a:xfrm>
            <a:off x="5858477" y="3329258"/>
            <a:ext cx="516654" cy="516654"/>
          </a:xfrm>
          <a:prstGeom prst="ellipse">
            <a:avLst/>
          </a:prstGeom>
          <a:solidFill>
            <a:srgbClr val="000000">
              <a:alpha val="0"/>
            </a:srgbClr>
          </a:solidFill>
          <a:ln w="6350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013" b="0" i="0">
              <a:latin typeface="Roboto Regular" charset="0"/>
            </a:endParaRPr>
          </a:p>
        </p:txBody>
      </p:sp>
      <p:sp>
        <p:nvSpPr>
          <p:cNvPr id="17" name="Content Placeholder 16">
            <a:extLst>
              <a:ext uri="{FF2B5EF4-FFF2-40B4-BE49-F238E27FC236}">
                <a16:creationId xmlns:a16="http://schemas.microsoft.com/office/drawing/2014/main" id="{43C0002A-472F-3044-9CE2-9DEBD896DC73}"/>
              </a:ext>
            </a:extLst>
          </p:cNvPr>
          <p:cNvSpPr>
            <a:spLocks noGrp="1"/>
          </p:cNvSpPr>
          <p:nvPr>
            <p:ph sz="quarter" idx="10" hasCustomPrompt="1"/>
          </p:nvPr>
        </p:nvSpPr>
        <p:spPr>
          <a:xfrm>
            <a:off x="1524000" y="2995862"/>
            <a:ext cx="2930525" cy="452187"/>
          </a:xfrm>
        </p:spPr>
        <p:txBody>
          <a:bodyPr>
            <a:normAutofit/>
          </a:bodyPr>
          <a:lstStyle>
            <a:lvl1pPr marL="0" indent="0">
              <a:buNone/>
              <a:defRPr sz="2000" b="1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1pPr>
          </a:lstStyle>
          <a:p>
            <a:pPr lvl="0"/>
            <a:r>
              <a:rPr lang="en-US"/>
              <a:t>Header</a:t>
            </a:r>
          </a:p>
        </p:txBody>
      </p:sp>
      <p:sp>
        <p:nvSpPr>
          <p:cNvPr id="18" name="Content Placeholder 16">
            <a:extLst>
              <a:ext uri="{FF2B5EF4-FFF2-40B4-BE49-F238E27FC236}">
                <a16:creationId xmlns:a16="http://schemas.microsoft.com/office/drawing/2014/main" id="{54C8FFE0-9F6D-4C46-BC96-F789FF4D6362}"/>
              </a:ext>
            </a:extLst>
          </p:cNvPr>
          <p:cNvSpPr>
            <a:spLocks noGrp="1"/>
          </p:cNvSpPr>
          <p:nvPr>
            <p:ph sz="quarter" idx="11" hasCustomPrompt="1"/>
          </p:nvPr>
        </p:nvSpPr>
        <p:spPr>
          <a:xfrm>
            <a:off x="8161421" y="2995862"/>
            <a:ext cx="2930525" cy="452187"/>
          </a:xfrm>
        </p:spPr>
        <p:txBody>
          <a:bodyPr>
            <a:normAutofit/>
          </a:bodyPr>
          <a:lstStyle>
            <a:lvl1pPr marL="0" indent="0">
              <a:buNone/>
              <a:defRPr sz="2000" b="1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1pPr>
          </a:lstStyle>
          <a:p>
            <a:pPr lvl="0"/>
            <a:r>
              <a:rPr lang="en-US"/>
              <a:t>Header</a:t>
            </a:r>
          </a:p>
        </p:txBody>
      </p:sp>
      <p:sp>
        <p:nvSpPr>
          <p:cNvPr id="20" name="Text Placeholder 19">
            <a:extLst>
              <a:ext uri="{FF2B5EF4-FFF2-40B4-BE49-F238E27FC236}">
                <a16:creationId xmlns:a16="http://schemas.microsoft.com/office/drawing/2014/main" id="{00D6EF10-881E-7B4C-84B3-700676D568AA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1524000" y="3602038"/>
            <a:ext cx="2930525" cy="1655762"/>
          </a:xfrm>
        </p:spPr>
        <p:txBody>
          <a:bodyPr>
            <a:normAutofit/>
          </a:bodyPr>
          <a:lstStyle>
            <a:lvl1pPr marL="228600" marR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 sz="160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1pPr>
          </a:lstStyle>
          <a:p>
            <a:pPr lvl="0"/>
            <a:r>
              <a:rPr lang="en-US"/>
              <a:t>Bullet copy</a:t>
            </a:r>
          </a:p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/>
              <a:t>Bullet copy</a:t>
            </a:r>
          </a:p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/>
              <a:t>Bullet copy</a:t>
            </a:r>
          </a:p>
          <a:p>
            <a:pPr lvl="0"/>
            <a:endParaRPr lang="en-US"/>
          </a:p>
        </p:txBody>
      </p:sp>
      <p:sp>
        <p:nvSpPr>
          <p:cNvPr id="21" name="Text Placeholder 19">
            <a:extLst>
              <a:ext uri="{FF2B5EF4-FFF2-40B4-BE49-F238E27FC236}">
                <a16:creationId xmlns:a16="http://schemas.microsoft.com/office/drawing/2014/main" id="{B599D7DE-F27D-AA44-B551-2A1978A132A1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8161420" y="3587585"/>
            <a:ext cx="2930525" cy="1655762"/>
          </a:xfrm>
        </p:spPr>
        <p:txBody>
          <a:bodyPr>
            <a:normAutofit/>
          </a:bodyPr>
          <a:lstStyle>
            <a:lvl1pPr marL="228600" marR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 sz="160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1pPr>
          </a:lstStyle>
          <a:p>
            <a:pPr lvl="0"/>
            <a:r>
              <a:rPr lang="en-US"/>
              <a:t>Bullet copy</a:t>
            </a:r>
          </a:p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/>
              <a:t>Bullet copy</a:t>
            </a:r>
          </a:p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/>
              <a:t>Bullet copy</a:t>
            </a:r>
          </a:p>
          <a:p>
            <a:pPr lvl="0"/>
            <a:endParaRPr lang="en-US"/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6A0E3C53-E02F-9D4A-9388-7159260D54CB}"/>
              </a:ext>
            </a:extLst>
          </p:cNvPr>
          <p:cNvCxnSpPr>
            <a:cxnSpLocks/>
          </p:cNvCxnSpPr>
          <p:nvPr userDrawn="1"/>
        </p:nvCxnSpPr>
        <p:spPr>
          <a:xfrm flipV="1">
            <a:off x="6116803" y="-108284"/>
            <a:ext cx="1" cy="3437543"/>
          </a:xfrm>
          <a:prstGeom prst="line">
            <a:avLst/>
          </a:prstGeom>
          <a:solidFill>
            <a:srgbClr val="000000">
              <a:alpha val="0"/>
            </a:srgbClr>
          </a:solidFill>
          <a:ln w="6350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12" name="TextBox 11">
            <a:extLst>
              <a:ext uri="{FF2B5EF4-FFF2-40B4-BE49-F238E27FC236}">
                <a16:creationId xmlns:a16="http://schemas.microsoft.com/office/drawing/2014/main" id="{882262C4-810A-8B48-89C9-19DE7154CC23}"/>
              </a:ext>
            </a:extLst>
          </p:cNvPr>
          <p:cNvSpPr txBox="1"/>
          <p:nvPr userDrawn="1"/>
        </p:nvSpPr>
        <p:spPr>
          <a:xfrm>
            <a:off x="339436" y="6314984"/>
            <a:ext cx="1935413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  <a:cs typeface="Roboto Condensed Light" panose="02000000000000000000" pitchFamily="2" charset="0"/>
              </a:rPr>
              <a:t>axway.com</a:t>
            </a:r>
          </a:p>
        </p:txBody>
      </p:sp>
      <p:sp>
        <p:nvSpPr>
          <p:cNvPr id="11" name="Slide Number Placeholder 5">
            <a:extLst>
              <a:ext uri="{FF2B5EF4-FFF2-40B4-BE49-F238E27FC236}">
                <a16:creationId xmlns:a16="http://schemas.microsoft.com/office/drawing/2014/main" id="{BC366707-40EF-0B40-A6D7-30B72D76A42C}"/>
              </a:ext>
            </a:extLst>
          </p:cNvPr>
          <p:cNvSpPr>
            <a:spLocks noGrp="1"/>
          </p:cNvSpPr>
          <p:nvPr>
            <p:ph type="sldNum" sz="quarter" idx="14"/>
          </p:nvPr>
        </p:nvSpPr>
        <p:spPr>
          <a:xfrm>
            <a:off x="9027761" y="6270275"/>
            <a:ext cx="2743200" cy="365125"/>
          </a:xfrm>
        </p:spPr>
        <p:txBody>
          <a:bodyPr/>
          <a:lstStyle/>
          <a:p>
            <a:fld id="{D45B42A2-12DC-D04A-88D3-A93CC82DF34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36912327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ank You - opt 1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9DDA37E0-18C9-7840-90BB-92F632D156BF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150" t="3239" r="5482" b="5392"/>
          <a:stretch/>
        </p:blipFill>
        <p:spPr>
          <a:xfrm>
            <a:off x="1" y="-1"/>
            <a:ext cx="12191999" cy="6858001"/>
          </a:xfrm>
          <a:prstGeom prst="rect">
            <a:avLst/>
          </a:prstGeom>
        </p:spPr>
      </p:pic>
      <p:sp>
        <p:nvSpPr>
          <p:cNvPr id="18" name="Content Placeholder 16">
            <a:extLst>
              <a:ext uri="{FF2B5EF4-FFF2-40B4-BE49-F238E27FC236}">
                <a16:creationId xmlns:a16="http://schemas.microsoft.com/office/drawing/2014/main" id="{54C8FFE0-9F6D-4C46-BC96-F789FF4D6362}"/>
              </a:ext>
            </a:extLst>
          </p:cNvPr>
          <p:cNvSpPr>
            <a:spLocks noGrp="1"/>
          </p:cNvSpPr>
          <p:nvPr>
            <p:ph sz="quarter" idx="11" hasCustomPrompt="1"/>
          </p:nvPr>
        </p:nvSpPr>
        <p:spPr>
          <a:xfrm>
            <a:off x="7070558" y="2725062"/>
            <a:ext cx="4283242" cy="2027412"/>
          </a:xfrm>
        </p:spPr>
        <p:txBody>
          <a:bodyPr>
            <a:noAutofit/>
          </a:bodyPr>
          <a:lstStyle>
            <a:lvl1pPr marL="0" indent="0">
              <a:buNone/>
              <a:defRPr sz="6000" b="1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1pPr>
          </a:lstStyle>
          <a:p>
            <a:pPr lvl="0"/>
            <a:r>
              <a:rPr lang="en-US"/>
              <a:t>Thank You</a:t>
            </a:r>
          </a:p>
        </p:txBody>
      </p:sp>
    </p:spTree>
    <p:extLst>
      <p:ext uri="{BB962C8B-B14F-4D97-AF65-F5344CB8AC3E}">
        <p14:creationId xmlns:p14="http://schemas.microsoft.com/office/powerpoint/2010/main" val="3971364987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ank You - opt 2">
    <p:bg>
      <p:bgPr>
        <a:gradFill>
          <a:gsLst>
            <a:gs pos="13000">
              <a:srgbClr val="2B7483"/>
            </a:gs>
            <a:gs pos="100000">
              <a:srgbClr val="43A7BE"/>
            </a:gs>
          </a:gsLst>
          <a:lin ang="108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Content Placeholder 16">
            <a:extLst>
              <a:ext uri="{FF2B5EF4-FFF2-40B4-BE49-F238E27FC236}">
                <a16:creationId xmlns:a16="http://schemas.microsoft.com/office/drawing/2014/main" id="{54C8FFE0-9F6D-4C46-BC96-F789FF4D6362}"/>
              </a:ext>
            </a:extLst>
          </p:cNvPr>
          <p:cNvSpPr>
            <a:spLocks noGrp="1"/>
          </p:cNvSpPr>
          <p:nvPr>
            <p:ph sz="quarter" idx="11" hasCustomPrompt="1"/>
          </p:nvPr>
        </p:nvSpPr>
        <p:spPr>
          <a:xfrm>
            <a:off x="1118937" y="2725062"/>
            <a:ext cx="10234863" cy="2027412"/>
          </a:xfrm>
        </p:spPr>
        <p:txBody>
          <a:bodyPr>
            <a:noAutofit/>
          </a:bodyPr>
          <a:lstStyle>
            <a:lvl1pPr marL="0" indent="0" algn="ctr">
              <a:buNone/>
              <a:defRPr sz="6000" b="1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1pPr>
          </a:lstStyle>
          <a:p>
            <a:pPr lvl="0"/>
            <a:r>
              <a:rPr lang="en-US"/>
              <a:t>Thank You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A2FCA0E-9137-EA4D-9921-F4CEA74AEAFE}"/>
              </a:ext>
            </a:extLst>
          </p:cNvPr>
          <p:cNvSpPr txBox="1"/>
          <p:nvPr userDrawn="1"/>
        </p:nvSpPr>
        <p:spPr>
          <a:xfrm>
            <a:off x="7339360" y="6314984"/>
            <a:ext cx="411480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00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© 2018 Axway   |  CONFIDENTIAL</a:t>
            </a:r>
          </a:p>
        </p:txBody>
      </p:sp>
    </p:spTree>
    <p:extLst>
      <p:ext uri="{BB962C8B-B14F-4D97-AF65-F5344CB8AC3E}">
        <p14:creationId xmlns:p14="http://schemas.microsoft.com/office/powerpoint/2010/main" val="3376138440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Blank Slide O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921377397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D2172269-DE0F-42D7-B7F2-3092B32EA97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F308524B-74C5-446C-A6ED-FB85450CA4A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/>
              <a:t>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A256FD18-37EB-4494-9931-61CFFDCE60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DED6FB-78B5-4B11-9C3F-FA1C61958293}" type="datetimeFigureOut">
              <a:rPr lang="fr-FR" smtClean="0"/>
              <a:t>16/03/2023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C04E2F85-E03C-4BC6-8AFD-162F655E00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4AF92A67-B98E-427F-9788-188C39F931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65BF71-2569-42D3-8312-DB5CE5269C64}" type="slidenum">
              <a:rPr lang="fr-FR" smtClean="0"/>
              <a:t>‹#›</a:t>
            </a:fld>
            <a:endParaRPr lang="fr-FR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40873234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0.xml"/><Relationship Id="rId3" Type="http://schemas.openxmlformats.org/officeDocument/2006/relationships/slideLayout" Target="../slideLayouts/slideLayout5.xml"/><Relationship Id="rId7" Type="http://schemas.openxmlformats.org/officeDocument/2006/relationships/slideLayout" Target="../slideLayouts/slideLayout9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4.xml"/><Relationship Id="rId1" Type="http://schemas.openxmlformats.org/officeDocument/2006/relationships/slideLayout" Target="../slideLayouts/slideLayout3.xml"/><Relationship Id="rId6" Type="http://schemas.openxmlformats.org/officeDocument/2006/relationships/slideLayout" Target="../slideLayouts/slideLayout8.xml"/><Relationship Id="rId11" Type="http://schemas.openxmlformats.org/officeDocument/2006/relationships/slideLayout" Target="../slideLayouts/slideLayout13.xml"/><Relationship Id="rId5" Type="http://schemas.openxmlformats.org/officeDocument/2006/relationships/slideLayout" Target="../slideLayouts/slideLayout7.xml"/><Relationship Id="rId10" Type="http://schemas.openxmlformats.org/officeDocument/2006/relationships/slideLayout" Target="../slideLayouts/slideLayout12.xml"/><Relationship Id="rId4" Type="http://schemas.openxmlformats.org/officeDocument/2006/relationships/slideLayout" Target="../slideLayouts/slideLayout6.xml"/><Relationship Id="rId9" Type="http://schemas.openxmlformats.org/officeDocument/2006/relationships/slideLayout" Target="../slideLayouts/slideLayout11.xml"/></Relationships>
</file>

<file path=ppt/slideMasters/_rels/slideMaster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6.xml"/><Relationship Id="rId2" Type="http://schemas.openxmlformats.org/officeDocument/2006/relationships/slideLayout" Target="../slideLayouts/slideLayout15.xml"/><Relationship Id="rId1" Type="http://schemas.openxmlformats.org/officeDocument/2006/relationships/slideLayout" Target="../slideLayouts/slideLayout14.xml"/><Relationship Id="rId4" Type="http://schemas.openxmlformats.org/officeDocument/2006/relationships/theme" Target="../theme/theme3.xml"/></Relationships>
</file>

<file path=ppt/slideMasters/_rels/slideMaster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9.xml"/><Relationship Id="rId2" Type="http://schemas.openxmlformats.org/officeDocument/2006/relationships/slideLayout" Target="../slideLayouts/slideLayout18.xml"/><Relationship Id="rId1" Type="http://schemas.openxmlformats.org/officeDocument/2006/relationships/slideLayout" Target="../slideLayouts/slideLayout17.xml"/><Relationship Id="rId5" Type="http://schemas.openxmlformats.org/officeDocument/2006/relationships/theme" Target="../theme/theme4.xml"/><Relationship Id="rId4" Type="http://schemas.openxmlformats.org/officeDocument/2006/relationships/slideLayout" Target="../slideLayouts/slideLayout2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Placeholder 1">
            <a:extLst>
              <a:ext uri="{FF2B5EF4-FFF2-40B4-BE49-F238E27FC236}">
                <a16:creationId xmlns:a16="http://schemas.microsoft.com/office/drawing/2014/main" id="{5B999772-8322-946E-A596-40063DF57F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0000" y="108000"/>
            <a:ext cx="10620000" cy="900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8" name="Text Placeholder 2">
            <a:extLst>
              <a:ext uri="{FF2B5EF4-FFF2-40B4-BE49-F238E27FC236}">
                <a16:creationId xmlns:a16="http://schemas.microsoft.com/office/drawing/2014/main" id="{AE67C456-FDDA-1883-1E3D-8BC58C88F53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60000" y="1620000"/>
            <a:ext cx="10620000" cy="46800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FEACF05D-E3AE-CBC0-378F-F8BECDEBDFE2}"/>
              </a:ext>
            </a:extLst>
          </p:cNvPr>
          <p:cNvSpPr/>
          <p:nvPr userDrawn="1"/>
        </p:nvSpPr>
        <p:spPr>
          <a:xfrm>
            <a:off x="11472000" y="5787984"/>
            <a:ext cx="360000" cy="360000"/>
          </a:xfrm>
          <a:prstGeom prst="rect">
            <a:avLst/>
          </a:prstGeom>
          <a:solidFill>
            <a:srgbClr val="B4B6B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7F8184"/>
              </a:solidFill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20580A1D-AEE9-E118-B0FF-2E35F8795E57}"/>
              </a:ext>
            </a:extLst>
          </p:cNvPr>
          <p:cNvSpPr/>
          <p:nvPr userDrawn="1"/>
        </p:nvSpPr>
        <p:spPr>
          <a:xfrm>
            <a:off x="11826240" y="5429844"/>
            <a:ext cx="360000" cy="360000"/>
          </a:xfrm>
          <a:prstGeom prst="rect">
            <a:avLst/>
          </a:prstGeom>
          <a:solidFill>
            <a:srgbClr val="00658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7F8184"/>
              </a:solidFill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BB52DE52-AA12-9E01-DD30-A80E52144429}"/>
              </a:ext>
            </a:extLst>
          </p:cNvPr>
          <p:cNvSpPr/>
          <p:nvPr userDrawn="1"/>
        </p:nvSpPr>
        <p:spPr>
          <a:xfrm>
            <a:off x="10752000" y="6154810"/>
            <a:ext cx="720000" cy="720000"/>
          </a:xfrm>
          <a:prstGeom prst="rect">
            <a:avLst/>
          </a:prstGeom>
          <a:solidFill>
            <a:srgbClr val="D2263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7F8184"/>
              </a:solidFill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2355573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18" r:id="rId1"/>
    <p:sldLayoutId id="2147483717" r:id="rId2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Roboto" panose="02000000000000000000" pitchFamily="2" charset="0"/>
          <a:ea typeface="Roboto" panose="02000000000000000000" pitchFamily="2" charset="0"/>
          <a:cs typeface="Roboto" panose="02000000000000000000" pitchFamily="2" charset="0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Roboto" panose="02000000000000000000" pitchFamily="2" charset="0"/>
          <a:ea typeface="Roboto" panose="02000000000000000000" pitchFamily="2" charset="0"/>
          <a:cs typeface="Roboto" panose="02000000000000000000" pitchFamily="2" charset="0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Roboto" panose="02000000000000000000" pitchFamily="2" charset="0"/>
          <a:ea typeface="Roboto" panose="02000000000000000000" pitchFamily="2" charset="0"/>
          <a:cs typeface="Roboto" panose="02000000000000000000" pitchFamily="2" charset="0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Roboto" panose="02000000000000000000" pitchFamily="2" charset="0"/>
          <a:ea typeface="Roboto" panose="02000000000000000000" pitchFamily="2" charset="0"/>
          <a:cs typeface="Roboto" panose="02000000000000000000" pitchFamily="2" charset="0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AE5CFE3-CBC2-4142-8E83-F27DDEF6D14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39436" y="1342546"/>
            <a:ext cx="11431524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13B767A3-A968-D74A-BCB7-7A91E25575B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027761" y="6270274"/>
            <a:ext cx="2743200" cy="365760"/>
          </a:xfrm>
          <a:prstGeom prst="rect">
            <a:avLst/>
          </a:prstGeom>
        </p:spPr>
        <p:txBody>
          <a:bodyPr anchor="ctr" anchorCtr="0"/>
          <a:lstStyle>
            <a:lvl1pPr algn="r">
              <a:defRPr sz="1000">
                <a:solidFill>
                  <a:srgbClr val="6F706E"/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1pPr>
          </a:lstStyle>
          <a:p>
            <a:fld id="{D45B42A2-12DC-D04A-88D3-A93CC82DF348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9" name="Title Placeholder 1">
            <a:extLst>
              <a:ext uri="{FF2B5EF4-FFF2-40B4-BE49-F238E27FC236}">
                <a16:creationId xmlns:a16="http://schemas.microsoft.com/office/drawing/2014/main" id="{1790BF20-D36A-2148-9A39-FE8EDB20F33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7374" y="584199"/>
            <a:ext cx="6119999" cy="649289"/>
          </a:xfrm>
          <a:prstGeom prst="rect">
            <a:avLst/>
          </a:prstGeom>
          <a:solidFill>
            <a:srgbClr val="2B7483"/>
          </a:solidFill>
        </p:spPr>
        <p:txBody>
          <a:bodyPr wrap="none" rtlCol="0" anchor="ctr">
            <a:normAutofit/>
          </a:bodyPr>
          <a:lstStyle/>
          <a:p>
            <a:pPr marL="0" lvl="0"/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368502316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8" r:id="rId1"/>
    <p:sldLayoutId id="2147483706" r:id="rId2"/>
    <p:sldLayoutId id="2147483698" r:id="rId3"/>
    <p:sldLayoutId id="2147483699" r:id="rId4"/>
    <p:sldLayoutId id="2147483700" r:id="rId5"/>
    <p:sldLayoutId id="2147483703" r:id="rId6"/>
    <p:sldLayoutId id="2147483704" r:id="rId7"/>
    <p:sldLayoutId id="2147483680" r:id="rId8"/>
    <p:sldLayoutId id="2147483702" r:id="rId9"/>
    <p:sldLayoutId id="2147483693" r:id="rId10"/>
    <p:sldLayoutId id="2147483716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lang="en-US" sz="2800" b="1" kern="1200" dirty="0">
          <a:solidFill>
            <a:schemeClr val="bg1"/>
          </a:solidFill>
          <a:latin typeface="Roboto Regular" panose="02000000000000000000" pitchFamily="2" charset="0"/>
          <a:ea typeface="Roboto" panose="02000000000000000000" pitchFamily="2" charset="0"/>
          <a:cs typeface="+mn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pos="7287" userDrawn="1">
          <p15:clr>
            <a:srgbClr val="F26B43"/>
          </p15:clr>
        </p15:guide>
        <p15:guide id="2" orient="horz" pos="368" userDrawn="1">
          <p15:clr>
            <a:srgbClr val="F26B43"/>
          </p15:clr>
        </p15:guide>
        <p15:guide id="3" orient="horz" pos="777" userDrawn="1">
          <p15:clr>
            <a:srgbClr val="F26B43"/>
          </p15:clr>
        </p15:guide>
        <p15:guide id="4" pos="370" userDrawn="1">
          <p15:clr>
            <a:srgbClr val="F26B43"/>
          </p15:clr>
        </p15:guide>
        <p15:guide id="5" pos="4226" userDrawn="1">
          <p15:clr>
            <a:srgbClr val="F26B43"/>
          </p15:clr>
        </p15:guide>
      </p15:sldGuideLst>
    </p:ext>
  </p:extLst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gradFill>
          <a:gsLst>
            <a:gs pos="13000">
              <a:srgbClr val="2B7483"/>
            </a:gs>
            <a:gs pos="100000">
              <a:srgbClr val="43A7BE"/>
            </a:gs>
          </a:gsLst>
          <a:lin ang="108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A6D0AE57-8D50-A745-988A-B164D16C80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F2A09D3-F435-824D-BCFC-BEC034E01C0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Slide Number Placeholder 5">
            <a:extLst>
              <a:ext uri="{FF2B5EF4-FFF2-40B4-BE49-F238E27FC236}">
                <a16:creationId xmlns:a16="http://schemas.microsoft.com/office/drawing/2014/main" id="{A77B2187-9CB8-1944-A1E5-2349E84D64E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144991" y="6317167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1pPr>
          </a:lstStyle>
          <a:p>
            <a:fld id="{D45B42A2-12DC-D04A-88D3-A93CC82DF348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F3DE5DAD-705D-474F-9583-668E871D7D28}"/>
              </a:ext>
            </a:extLst>
          </p:cNvPr>
          <p:cNvSpPr txBox="1"/>
          <p:nvPr userDrawn="1"/>
        </p:nvSpPr>
        <p:spPr>
          <a:xfrm>
            <a:off x="339436" y="6314984"/>
            <a:ext cx="1935413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  <a:cs typeface="Roboto Condensed Light" panose="02000000000000000000" pitchFamily="2" charset="0"/>
              </a:rPr>
              <a:t>axway.com</a:t>
            </a:r>
          </a:p>
        </p:txBody>
      </p:sp>
    </p:spTree>
    <p:extLst>
      <p:ext uri="{BB962C8B-B14F-4D97-AF65-F5344CB8AC3E}">
        <p14:creationId xmlns:p14="http://schemas.microsoft.com/office/powerpoint/2010/main" val="80145976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2" r:id="rId1"/>
    <p:sldLayoutId id="2147483683" r:id="rId2"/>
    <p:sldLayoutId id="2147483684" r:id="rId3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gradFill>
          <a:gsLst>
            <a:gs pos="13000">
              <a:srgbClr val="2B7483"/>
            </a:gs>
            <a:gs pos="100000">
              <a:srgbClr val="43A7BE"/>
            </a:gs>
          </a:gsLst>
          <a:lin ang="108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A6D0AE57-8D50-A745-988A-B164D16C80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F2A09D3-F435-824D-BCFC-BEC034E01C0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45784267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6" r:id="rId1"/>
    <p:sldLayoutId id="2147483687" r:id="rId2"/>
    <p:sldLayoutId id="2147483711" r:id="rId3"/>
    <p:sldLayoutId id="2147483715" r:id="rId4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tags" Target="../tags/tag5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6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8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9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10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1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5BF62E13-6B69-2C14-A07A-0F5EB4A40CF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2379" y="1080000"/>
            <a:ext cx="5723259" cy="1754326"/>
          </a:xfrm>
        </p:spPr>
        <p:txBody>
          <a:bodyPr/>
          <a:lstStyle/>
          <a:p>
            <a:r>
              <a:rPr lang="en-US" dirty="0"/>
              <a:t>How To Process Audio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5EFF5B52-4F0B-55B0-DDF8-881E7CB23A0A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0" name="Subtitle 9">
            <a:extLst>
              <a:ext uri="{FF2B5EF4-FFF2-40B4-BE49-F238E27FC236}">
                <a16:creationId xmlns:a16="http://schemas.microsoft.com/office/drawing/2014/main" id="{20BC646B-5316-7B6B-DC9C-8124AA6D96CD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 dirty="0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35618983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10229"/>
    </mc:Choice>
    <mc:Fallback xmlns="">
      <p:transition spd="slow" advTm="10229"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Tableau 5">
            <a:extLst>
              <a:ext uri="{FF2B5EF4-FFF2-40B4-BE49-F238E27FC236}">
                <a16:creationId xmlns:a16="http://schemas.microsoft.com/office/drawing/2014/main" id="{0F1AB8D4-A881-4F94-959F-CB0FDEE93E2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52674572"/>
              </p:ext>
            </p:extLst>
          </p:nvPr>
        </p:nvGraphicFramePr>
        <p:xfrm>
          <a:off x="602973" y="1900486"/>
          <a:ext cx="10880036" cy="1854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36575">
                  <a:extLst>
                    <a:ext uri="{9D8B030D-6E8A-4147-A177-3AD203B41FA5}">
                      <a16:colId xmlns:a16="http://schemas.microsoft.com/office/drawing/2014/main" val="2961533418"/>
                    </a:ext>
                  </a:extLst>
                </a:gridCol>
                <a:gridCol w="8143461">
                  <a:extLst>
                    <a:ext uri="{9D8B030D-6E8A-4147-A177-3AD203B41FA5}">
                      <a16:colId xmlns:a16="http://schemas.microsoft.com/office/drawing/2014/main" val="4123785703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fr-FR" b="1" dirty="0" err="1">
                          <a:solidFill>
                            <a:schemeClr val="bg1"/>
                          </a:solidFill>
                        </a:rPr>
                        <a:t>Owner</a:t>
                      </a:r>
                      <a:r>
                        <a:rPr lang="fr-FR" b="1" dirty="0">
                          <a:solidFill>
                            <a:schemeClr val="bg1"/>
                          </a:solidFill>
                        </a:rPr>
                        <a:t> </a:t>
                      </a:r>
                      <a:r>
                        <a:rPr lang="fr-FR" b="1" dirty="0" err="1">
                          <a:solidFill>
                            <a:schemeClr val="bg1"/>
                          </a:solidFill>
                        </a:rPr>
                        <a:t>name</a:t>
                      </a:r>
                      <a:endParaRPr lang="en-US" b="1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658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0" dirty="0">
                          <a:solidFill>
                            <a:schemeClr val="tx1"/>
                          </a:solidFill>
                        </a:rPr>
                        <a:t>Don Burnside</a:t>
                      </a: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7922752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fr-FR" b="1" dirty="0">
                          <a:solidFill>
                            <a:schemeClr val="bg1"/>
                          </a:solidFill>
                        </a:rPr>
                        <a:t>Team</a:t>
                      </a:r>
                      <a:endParaRPr lang="en-US" b="1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658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0" dirty="0" err="1">
                          <a:solidFill>
                            <a:schemeClr val="tx1"/>
                          </a:solidFill>
                        </a:rPr>
                        <a:t>DnD</a:t>
                      </a:r>
                      <a:endParaRPr 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6474839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fr-FR" b="1" dirty="0">
                          <a:solidFill>
                            <a:schemeClr val="bg1"/>
                          </a:solidFill>
                        </a:rPr>
                        <a:t>R</a:t>
                      </a:r>
                      <a:r>
                        <a:rPr lang="fr-FR" b="1">
                          <a:solidFill>
                            <a:schemeClr val="bg1"/>
                          </a:solidFill>
                        </a:rPr>
                        <a:t>esources</a:t>
                      </a:r>
                      <a:endParaRPr lang="en-US" b="1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6580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8890097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fr-FR" b="1" dirty="0">
                          <a:solidFill>
                            <a:schemeClr val="bg1"/>
                          </a:solidFill>
                        </a:rPr>
                        <a:t>Tools</a:t>
                      </a:r>
                      <a:endParaRPr lang="en-US" b="1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658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0" dirty="0">
                          <a:solidFill>
                            <a:schemeClr val="tx1"/>
                          </a:solidFill>
                        </a:rPr>
                        <a:t>Adobe Audition</a:t>
                      </a: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3912861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bg1"/>
                          </a:solidFill>
                        </a:rPr>
                        <a:t>Description</a:t>
                      </a: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658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0" dirty="0">
                          <a:solidFill>
                            <a:schemeClr val="tx1"/>
                          </a:solidFill>
                        </a:rPr>
                        <a:t>Basic audio processing for volume and noise correction</a:t>
                      </a: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68690517"/>
                  </a:ext>
                </a:extLst>
              </a:tr>
            </a:tbl>
          </a:graphicData>
        </a:graphic>
      </p:graphicFrame>
      <p:graphicFrame>
        <p:nvGraphicFramePr>
          <p:cNvPr id="41" name="Tableau 2">
            <a:extLst>
              <a:ext uri="{FF2B5EF4-FFF2-40B4-BE49-F238E27FC236}">
                <a16:creationId xmlns:a16="http://schemas.microsoft.com/office/drawing/2014/main" id="{AD0C5357-4524-44CF-9EBF-3EFFD4DD385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74648885"/>
              </p:ext>
            </p:extLst>
          </p:nvPr>
        </p:nvGraphicFramePr>
        <p:xfrm>
          <a:off x="590042" y="4587839"/>
          <a:ext cx="10880040" cy="10109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88004">
                  <a:extLst>
                    <a:ext uri="{9D8B030D-6E8A-4147-A177-3AD203B41FA5}">
                      <a16:colId xmlns:a16="http://schemas.microsoft.com/office/drawing/2014/main" val="3753324219"/>
                    </a:ext>
                  </a:extLst>
                </a:gridCol>
                <a:gridCol w="1088004">
                  <a:extLst>
                    <a:ext uri="{9D8B030D-6E8A-4147-A177-3AD203B41FA5}">
                      <a16:colId xmlns:a16="http://schemas.microsoft.com/office/drawing/2014/main" val="1039103175"/>
                    </a:ext>
                  </a:extLst>
                </a:gridCol>
                <a:gridCol w="1088004">
                  <a:extLst>
                    <a:ext uri="{9D8B030D-6E8A-4147-A177-3AD203B41FA5}">
                      <a16:colId xmlns:a16="http://schemas.microsoft.com/office/drawing/2014/main" val="1462523409"/>
                    </a:ext>
                  </a:extLst>
                </a:gridCol>
                <a:gridCol w="1088004">
                  <a:extLst>
                    <a:ext uri="{9D8B030D-6E8A-4147-A177-3AD203B41FA5}">
                      <a16:colId xmlns:a16="http://schemas.microsoft.com/office/drawing/2014/main" val="423647713"/>
                    </a:ext>
                  </a:extLst>
                </a:gridCol>
                <a:gridCol w="1088004">
                  <a:extLst>
                    <a:ext uri="{9D8B030D-6E8A-4147-A177-3AD203B41FA5}">
                      <a16:colId xmlns:a16="http://schemas.microsoft.com/office/drawing/2014/main" val="1682151051"/>
                    </a:ext>
                  </a:extLst>
                </a:gridCol>
                <a:gridCol w="1088004">
                  <a:extLst>
                    <a:ext uri="{9D8B030D-6E8A-4147-A177-3AD203B41FA5}">
                      <a16:colId xmlns:a16="http://schemas.microsoft.com/office/drawing/2014/main" val="729811086"/>
                    </a:ext>
                  </a:extLst>
                </a:gridCol>
                <a:gridCol w="1088004">
                  <a:extLst>
                    <a:ext uri="{9D8B030D-6E8A-4147-A177-3AD203B41FA5}">
                      <a16:colId xmlns:a16="http://schemas.microsoft.com/office/drawing/2014/main" val="637958015"/>
                    </a:ext>
                  </a:extLst>
                </a:gridCol>
                <a:gridCol w="1088004">
                  <a:extLst>
                    <a:ext uri="{9D8B030D-6E8A-4147-A177-3AD203B41FA5}">
                      <a16:colId xmlns:a16="http://schemas.microsoft.com/office/drawing/2014/main" val="1592962583"/>
                    </a:ext>
                  </a:extLst>
                </a:gridCol>
                <a:gridCol w="1088004">
                  <a:extLst>
                    <a:ext uri="{9D8B030D-6E8A-4147-A177-3AD203B41FA5}">
                      <a16:colId xmlns:a16="http://schemas.microsoft.com/office/drawing/2014/main" val="2588044287"/>
                    </a:ext>
                  </a:extLst>
                </a:gridCol>
                <a:gridCol w="1088004">
                  <a:extLst>
                    <a:ext uri="{9D8B030D-6E8A-4147-A177-3AD203B41FA5}">
                      <a16:colId xmlns:a16="http://schemas.microsoft.com/office/drawing/2014/main" val="251498148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endParaRPr lang="en-US" dirty="0">
                        <a:latin typeface="Roboto" panose="02000000000000000000" pitchFamily="2" charset="0"/>
                        <a:ea typeface="Roboto" panose="02000000000000000000" pitchFamily="2" charset="0"/>
                        <a:cs typeface="Roboto" panose="02000000000000000000" pitchFamily="2" charset="0"/>
                      </a:endParaRPr>
                    </a:p>
                  </a:txBody>
                  <a:tcPr>
                    <a:solidFill>
                      <a:srgbClr val="00658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fr-FR" dirty="0">
                          <a:latin typeface="Roboto" panose="02000000000000000000" pitchFamily="2" charset="0"/>
                          <a:ea typeface="Roboto" panose="02000000000000000000" pitchFamily="2" charset="0"/>
                          <a:cs typeface="Roboto" panose="02000000000000000000" pitchFamily="2" charset="0"/>
                        </a:rPr>
                        <a:t>AU </a:t>
                      </a:r>
                      <a:r>
                        <a:rPr lang="fr-FR" dirty="0" err="1">
                          <a:latin typeface="Roboto" panose="02000000000000000000" pitchFamily="2" charset="0"/>
                          <a:ea typeface="Roboto" panose="02000000000000000000" pitchFamily="2" charset="0"/>
                          <a:cs typeface="Roboto" panose="02000000000000000000" pitchFamily="2" charset="0"/>
                        </a:rPr>
                        <a:t>Member</a:t>
                      </a:r>
                      <a:r>
                        <a:rPr lang="fr-FR" dirty="0">
                          <a:latin typeface="Roboto" panose="02000000000000000000" pitchFamily="2" charset="0"/>
                          <a:ea typeface="Roboto" panose="02000000000000000000" pitchFamily="2" charset="0"/>
                          <a:cs typeface="Roboto" panose="02000000000000000000" pitchFamily="2" charset="0"/>
                        </a:rPr>
                        <a:t> </a:t>
                      </a:r>
                      <a:endParaRPr lang="en-US" dirty="0">
                        <a:latin typeface="Roboto" panose="02000000000000000000" pitchFamily="2" charset="0"/>
                        <a:ea typeface="Roboto" panose="02000000000000000000" pitchFamily="2" charset="0"/>
                        <a:cs typeface="Roboto" panose="02000000000000000000" pitchFamily="2" charset="0"/>
                      </a:endParaRPr>
                    </a:p>
                  </a:txBody>
                  <a:tcPr>
                    <a:solidFill>
                      <a:srgbClr val="00658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fr-FR" dirty="0">
                          <a:latin typeface="Roboto" panose="02000000000000000000" pitchFamily="2" charset="0"/>
                          <a:ea typeface="Roboto" panose="02000000000000000000" pitchFamily="2" charset="0"/>
                          <a:cs typeface="Roboto" panose="02000000000000000000" pitchFamily="2" charset="0"/>
                        </a:rPr>
                        <a:t>AU </a:t>
                      </a:r>
                      <a:r>
                        <a:rPr lang="fr-FR" dirty="0" err="1">
                          <a:latin typeface="Roboto" panose="02000000000000000000" pitchFamily="2" charset="0"/>
                          <a:ea typeface="Roboto" panose="02000000000000000000" pitchFamily="2" charset="0"/>
                          <a:cs typeface="Roboto" panose="02000000000000000000" pitchFamily="2" charset="0"/>
                        </a:rPr>
                        <a:t>Member</a:t>
                      </a:r>
                      <a:r>
                        <a:rPr lang="fr-FR" dirty="0">
                          <a:latin typeface="Roboto" panose="02000000000000000000" pitchFamily="2" charset="0"/>
                          <a:ea typeface="Roboto" panose="02000000000000000000" pitchFamily="2" charset="0"/>
                          <a:cs typeface="Roboto" panose="02000000000000000000" pitchFamily="2" charset="0"/>
                        </a:rPr>
                        <a:t> </a:t>
                      </a:r>
                      <a:endParaRPr lang="en-US" dirty="0">
                        <a:latin typeface="Roboto" panose="02000000000000000000" pitchFamily="2" charset="0"/>
                        <a:ea typeface="Roboto" panose="02000000000000000000" pitchFamily="2" charset="0"/>
                        <a:cs typeface="Roboto" panose="02000000000000000000" pitchFamily="2" charset="0"/>
                      </a:endParaRPr>
                    </a:p>
                  </a:txBody>
                  <a:tcPr>
                    <a:solidFill>
                      <a:srgbClr val="00658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fr-FR" dirty="0">
                          <a:latin typeface="Roboto" panose="02000000000000000000" pitchFamily="2" charset="0"/>
                          <a:ea typeface="Roboto" panose="02000000000000000000" pitchFamily="2" charset="0"/>
                          <a:cs typeface="Roboto" panose="02000000000000000000" pitchFamily="2" charset="0"/>
                        </a:rPr>
                        <a:t>AU </a:t>
                      </a:r>
                      <a:r>
                        <a:rPr lang="fr-FR" dirty="0" err="1">
                          <a:latin typeface="Roboto" panose="02000000000000000000" pitchFamily="2" charset="0"/>
                          <a:ea typeface="Roboto" panose="02000000000000000000" pitchFamily="2" charset="0"/>
                          <a:cs typeface="Roboto" panose="02000000000000000000" pitchFamily="2" charset="0"/>
                        </a:rPr>
                        <a:t>Member</a:t>
                      </a:r>
                      <a:r>
                        <a:rPr lang="fr-FR" dirty="0">
                          <a:latin typeface="Roboto" panose="02000000000000000000" pitchFamily="2" charset="0"/>
                          <a:ea typeface="Roboto" panose="02000000000000000000" pitchFamily="2" charset="0"/>
                          <a:cs typeface="Roboto" panose="02000000000000000000" pitchFamily="2" charset="0"/>
                        </a:rPr>
                        <a:t> </a:t>
                      </a:r>
                      <a:endParaRPr lang="en-US" dirty="0">
                        <a:latin typeface="Roboto" panose="02000000000000000000" pitchFamily="2" charset="0"/>
                        <a:ea typeface="Roboto" panose="02000000000000000000" pitchFamily="2" charset="0"/>
                        <a:cs typeface="Roboto" panose="02000000000000000000" pitchFamily="2" charset="0"/>
                      </a:endParaRPr>
                    </a:p>
                  </a:txBody>
                  <a:tcPr>
                    <a:solidFill>
                      <a:srgbClr val="00658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fr-FR" dirty="0">
                          <a:latin typeface="Roboto" panose="02000000000000000000" pitchFamily="2" charset="0"/>
                          <a:ea typeface="Roboto" panose="02000000000000000000" pitchFamily="2" charset="0"/>
                          <a:cs typeface="Roboto" panose="02000000000000000000" pitchFamily="2" charset="0"/>
                        </a:rPr>
                        <a:t>AU </a:t>
                      </a:r>
                      <a:r>
                        <a:rPr lang="fr-FR" dirty="0" err="1">
                          <a:latin typeface="Roboto" panose="02000000000000000000" pitchFamily="2" charset="0"/>
                          <a:ea typeface="Roboto" panose="02000000000000000000" pitchFamily="2" charset="0"/>
                          <a:cs typeface="Roboto" panose="02000000000000000000" pitchFamily="2" charset="0"/>
                        </a:rPr>
                        <a:t>Member</a:t>
                      </a:r>
                      <a:r>
                        <a:rPr lang="fr-FR" dirty="0">
                          <a:latin typeface="Roboto" panose="02000000000000000000" pitchFamily="2" charset="0"/>
                          <a:ea typeface="Roboto" panose="02000000000000000000" pitchFamily="2" charset="0"/>
                          <a:cs typeface="Roboto" panose="02000000000000000000" pitchFamily="2" charset="0"/>
                        </a:rPr>
                        <a:t> </a:t>
                      </a:r>
                      <a:endParaRPr lang="en-US" dirty="0">
                        <a:latin typeface="Roboto" panose="02000000000000000000" pitchFamily="2" charset="0"/>
                        <a:ea typeface="Roboto" panose="02000000000000000000" pitchFamily="2" charset="0"/>
                        <a:cs typeface="Roboto" panose="02000000000000000000" pitchFamily="2" charset="0"/>
                      </a:endParaRPr>
                    </a:p>
                  </a:txBody>
                  <a:tcPr>
                    <a:solidFill>
                      <a:srgbClr val="00658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dirty="0">
                          <a:latin typeface="Roboto" panose="02000000000000000000" pitchFamily="2" charset="0"/>
                          <a:ea typeface="Roboto" panose="02000000000000000000" pitchFamily="2" charset="0"/>
                          <a:cs typeface="Roboto" panose="02000000000000000000" pitchFamily="2" charset="0"/>
                        </a:rPr>
                        <a:t>AU </a:t>
                      </a:r>
                      <a:r>
                        <a:rPr lang="fr-FR" dirty="0" err="1">
                          <a:latin typeface="Roboto" panose="02000000000000000000" pitchFamily="2" charset="0"/>
                          <a:ea typeface="Roboto" panose="02000000000000000000" pitchFamily="2" charset="0"/>
                          <a:cs typeface="Roboto" panose="02000000000000000000" pitchFamily="2" charset="0"/>
                        </a:rPr>
                        <a:t>Member</a:t>
                      </a:r>
                      <a:r>
                        <a:rPr lang="fr-FR" dirty="0">
                          <a:latin typeface="Roboto" panose="02000000000000000000" pitchFamily="2" charset="0"/>
                          <a:ea typeface="Roboto" panose="02000000000000000000" pitchFamily="2" charset="0"/>
                          <a:cs typeface="Roboto" panose="02000000000000000000" pitchFamily="2" charset="0"/>
                        </a:rPr>
                        <a:t> </a:t>
                      </a:r>
                      <a:endParaRPr lang="en-US" dirty="0">
                        <a:latin typeface="Roboto" panose="02000000000000000000" pitchFamily="2" charset="0"/>
                        <a:ea typeface="Roboto" panose="02000000000000000000" pitchFamily="2" charset="0"/>
                        <a:cs typeface="Roboto" panose="02000000000000000000" pitchFamily="2" charset="0"/>
                      </a:endParaRPr>
                    </a:p>
                  </a:txBody>
                  <a:tcPr>
                    <a:solidFill>
                      <a:srgbClr val="00658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fr-FR" dirty="0">
                          <a:latin typeface="Roboto" panose="02000000000000000000" pitchFamily="2" charset="0"/>
                          <a:ea typeface="Roboto" panose="02000000000000000000" pitchFamily="2" charset="0"/>
                          <a:cs typeface="Roboto" panose="02000000000000000000" pitchFamily="2" charset="0"/>
                        </a:rPr>
                        <a:t>AU </a:t>
                      </a:r>
                      <a:r>
                        <a:rPr lang="fr-FR" dirty="0" err="1">
                          <a:latin typeface="Roboto" panose="02000000000000000000" pitchFamily="2" charset="0"/>
                          <a:ea typeface="Roboto" panose="02000000000000000000" pitchFamily="2" charset="0"/>
                          <a:cs typeface="Roboto" panose="02000000000000000000" pitchFamily="2" charset="0"/>
                        </a:rPr>
                        <a:t>Member</a:t>
                      </a:r>
                      <a:r>
                        <a:rPr lang="fr-FR" dirty="0">
                          <a:latin typeface="Roboto" panose="02000000000000000000" pitchFamily="2" charset="0"/>
                          <a:ea typeface="Roboto" panose="02000000000000000000" pitchFamily="2" charset="0"/>
                          <a:cs typeface="Roboto" panose="02000000000000000000" pitchFamily="2" charset="0"/>
                        </a:rPr>
                        <a:t> </a:t>
                      </a:r>
                      <a:endParaRPr lang="en-US" dirty="0">
                        <a:latin typeface="Roboto" panose="02000000000000000000" pitchFamily="2" charset="0"/>
                        <a:ea typeface="Roboto" panose="02000000000000000000" pitchFamily="2" charset="0"/>
                        <a:cs typeface="Roboto" panose="02000000000000000000" pitchFamily="2" charset="0"/>
                      </a:endParaRPr>
                    </a:p>
                  </a:txBody>
                  <a:tcPr>
                    <a:solidFill>
                      <a:srgbClr val="00658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fr-FR" dirty="0">
                          <a:latin typeface="Roboto" panose="02000000000000000000" pitchFamily="2" charset="0"/>
                          <a:ea typeface="Roboto" panose="02000000000000000000" pitchFamily="2" charset="0"/>
                          <a:cs typeface="Roboto" panose="02000000000000000000" pitchFamily="2" charset="0"/>
                        </a:rPr>
                        <a:t>AU </a:t>
                      </a:r>
                      <a:r>
                        <a:rPr lang="fr-FR" dirty="0" err="1">
                          <a:latin typeface="Roboto" panose="02000000000000000000" pitchFamily="2" charset="0"/>
                          <a:ea typeface="Roboto" panose="02000000000000000000" pitchFamily="2" charset="0"/>
                          <a:cs typeface="Roboto" panose="02000000000000000000" pitchFamily="2" charset="0"/>
                        </a:rPr>
                        <a:t>Member</a:t>
                      </a:r>
                      <a:r>
                        <a:rPr lang="fr-FR" dirty="0">
                          <a:latin typeface="Roboto" panose="02000000000000000000" pitchFamily="2" charset="0"/>
                          <a:ea typeface="Roboto" panose="02000000000000000000" pitchFamily="2" charset="0"/>
                          <a:cs typeface="Roboto" panose="02000000000000000000" pitchFamily="2" charset="0"/>
                        </a:rPr>
                        <a:t> </a:t>
                      </a:r>
                      <a:endParaRPr lang="en-US" dirty="0">
                        <a:latin typeface="Roboto" panose="02000000000000000000" pitchFamily="2" charset="0"/>
                        <a:ea typeface="Roboto" panose="02000000000000000000" pitchFamily="2" charset="0"/>
                        <a:cs typeface="Roboto" panose="02000000000000000000" pitchFamily="2" charset="0"/>
                      </a:endParaRPr>
                    </a:p>
                  </a:txBody>
                  <a:tcPr>
                    <a:solidFill>
                      <a:srgbClr val="00658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fr-FR" dirty="0">
                          <a:latin typeface="Roboto" panose="02000000000000000000" pitchFamily="2" charset="0"/>
                          <a:ea typeface="Roboto" panose="02000000000000000000" pitchFamily="2" charset="0"/>
                          <a:cs typeface="Roboto" panose="02000000000000000000" pitchFamily="2" charset="0"/>
                        </a:rPr>
                        <a:t>AU </a:t>
                      </a:r>
                      <a:r>
                        <a:rPr lang="fr-FR" dirty="0" err="1">
                          <a:latin typeface="Roboto" panose="02000000000000000000" pitchFamily="2" charset="0"/>
                          <a:ea typeface="Roboto" panose="02000000000000000000" pitchFamily="2" charset="0"/>
                          <a:cs typeface="Roboto" panose="02000000000000000000" pitchFamily="2" charset="0"/>
                        </a:rPr>
                        <a:t>Member</a:t>
                      </a:r>
                      <a:r>
                        <a:rPr lang="fr-FR" dirty="0">
                          <a:latin typeface="Roboto" panose="02000000000000000000" pitchFamily="2" charset="0"/>
                          <a:ea typeface="Roboto" panose="02000000000000000000" pitchFamily="2" charset="0"/>
                          <a:cs typeface="Roboto" panose="02000000000000000000" pitchFamily="2" charset="0"/>
                        </a:rPr>
                        <a:t> </a:t>
                      </a:r>
                      <a:endParaRPr lang="en-US" dirty="0">
                        <a:latin typeface="Roboto" panose="02000000000000000000" pitchFamily="2" charset="0"/>
                        <a:ea typeface="Roboto" panose="02000000000000000000" pitchFamily="2" charset="0"/>
                        <a:cs typeface="Roboto" panose="02000000000000000000" pitchFamily="2" charset="0"/>
                      </a:endParaRPr>
                    </a:p>
                  </a:txBody>
                  <a:tcPr>
                    <a:solidFill>
                      <a:srgbClr val="00658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fr-FR" dirty="0">
                          <a:latin typeface="Roboto" panose="02000000000000000000" pitchFamily="2" charset="0"/>
                          <a:ea typeface="Roboto" panose="02000000000000000000" pitchFamily="2" charset="0"/>
                          <a:cs typeface="Roboto" panose="02000000000000000000" pitchFamily="2" charset="0"/>
                        </a:rPr>
                        <a:t>AU </a:t>
                      </a:r>
                      <a:r>
                        <a:rPr lang="fr-FR" dirty="0" err="1">
                          <a:latin typeface="Roboto" panose="02000000000000000000" pitchFamily="2" charset="0"/>
                          <a:ea typeface="Roboto" panose="02000000000000000000" pitchFamily="2" charset="0"/>
                          <a:cs typeface="Roboto" panose="02000000000000000000" pitchFamily="2" charset="0"/>
                        </a:rPr>
                        <a:t>Member</a:t>
                      </a:r>
                      <a:r>
                        <a:rPr lang="fr-FR" dirty="0">
                          <a:latin typeface="Roboto" panose="02000000000000000000" pitchFamily="2" charset="0"/>
                          <a:ea typeface="Roboto" panose="02000000000000000000" pitchFamily="2" charset="0"/>
                          <a:cs typeface="Roboto" panose="02000000000000000000" pitchFamily="2" charset="0"/>
                        </a:rPr>
                        <a:t> </a:t>
                      </a:r>
                      <a:endParaRPr lang="en-US" dirty="0">
                        <a:latin typeface="Roboto" panose="02000000000000000000" pitchFamily="2" charset="0"/>
                        <a:ea typeface="Roboto" panose="02000000000000000000" pitchFamily="2" charset="0"/>
                        <a:cs typeface="Roboto" panose="02000000000000000000" pitchFamily="2" charset="0"/>
                      </a:endParaRPr>
                    </a:p>
                  </a:txBody>
                  <a:tcPr>
                    <a:solidFill>
                      <a:srgbClr val="00658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3064592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fr-FR" sz="1200" dirty="0">
                          <a:latin typeface="Roboto" panose="02000000000000000000" pitchFamily="2" charset="0"/>
                          <a:ea typeface="Roboto" panose="02000000000000000000" pitchFamily="2" charset="0"/>
                          <a:cs typeface="Roboto" panose="02000000000000000000" pitchFamily="2" charset="0"/>
                        </a:rPr>
                        <a:t>Date</a:t>
                      </a:r>
                      <a:endParaRPr lang="en-US" sz="1200" dirty="0">
                        <a:latin typeface="Roboto" panose="02000000000000000000" pitchFamily="2" charset="0"/>
                        <a:ea typeface="Roboto" panose="02000000000000000000" pitchFamily="2" charset="0"/>
                        <a:cs typeface="Roboto" panose="02000000000000000000" pitchFamily="2" charset="0"/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200" dirty="0">
                        <a:latin typeface="Roboto" panose="02000000000000000000" pitchFamily="2" charset="0"/>
                        <a:ea typeface="Roboto" panose="02000000000000000000" pitchFamily="2" charset="0"/>
                        <a:cs typeface="Roboto" panose="02000000000000000000" pitchFamily="2" charset="0"/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200" dirty="0">
                        <a:latin typeface="Roboto" panose="02000000000000000000" pitchFamily="2" charset="0"/>
                        <a:ea typeface="Roboto" panose="02000000000000000000" pitchFamily="2" charset="0"/>
                        <a:cs typeface="Roboto" panose="02000000000000000000" pitchFamily="2" charset="0"/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200" dirty="0">
                        <a:latin typeface="Roboto" panose="02000000000000000000" pitchFamily="2" charset="0"/>
                        <a:ea typeface="Roboto" panose="02000000000000000000" pitchFamily="2" charset="0"/>
                        <a:cs typeface="Roboto" panose="02000000000000000000" pitchFamily="2" charset="0"/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200" dirty="0">
                        <a:latin typeface="Roboto" panose="02000000000000000000" pitchFamily="2" charset="0"/>
                        <a:ea typeface="Roboto" panose="02000000000000000000" pitchFamily="2" charset="0"/>
                        <a:cs typeface="Roboto" panose="02000000000000000000" pitchFamily="2" charset="0"/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200" dirty="0">
                        <a:latin typeface="Roboto" panose="02000000000000000000" pitchFamily="2" charset="0"/>
                        <a:ea typeface="Roboto" panose="02000000000000000000" pitchFamily="2" charset="0"/>
                        <a:cs typeface="Roboto" panose="02000000000000000000" pitchFamily="2" charset="0"/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200" dirty="0">
                        <a:latin typeface="Roboto" panose="02000000000000000000" pitchFamily="2" charset="0"/>
                        <a:ea typeface="Roboto" panose="02000000000000000000" pitchFamily="2" charset="0"/>
                        <a:cs typeface="Roboto" panose="02000000000000000000" pitchFamily="2" charset="0"/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200" dirty="0">
                        <a:latin typeface="Roboto" panose="02000000000000000000" pitchFamily="2" charset="0"/>
                        <a:ea typeface="Roboto" panose="02000000000000000000" pitchFamily="2" charset="0"/>
                        <a:cs typeface="Roboto" panose="02000000000000000000" pitchFamily="2" charset="0"/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200" dirty="0">
                        <a:latin typeface="Roboto" panose="02000000000000000000" pitchFamily="2" charset="0"/>
                        <a:ea typeface="Roboto" panose="02000000000000000000" pitchFamily="2" charset="0"/>
                        <a:cs typeface="Roboto" panose="02000000000000000000" pitchFamily="2" charset="0"/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200" dirty="0">
                        <a:latin typeface="Roboto" panose="02000000000000000000" pitchFamily="2" charset="0"/>
                        <a:ea typeface="Roboto" panose="02000000000000000000" pitchFamily="2" charset="0"/>
                        <a:cs typeface="Roboto" panose="02000000000000000000" pitchFamily="2" charset="0"/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35841145"/>
                  </a:ext>
                </a:extLst>
              </a:tr>
            </a:tbl>
          </a:graphicData>
        </a:graphic>
      </p:graphicFrame>
      <p:sp>
        <p:nvSpPr>
          <p:cNvPr id="43" name="Title 42">
            <a:extLst>
              <a:ext uri="{FF2B5EF4-FFF2-40B4-BE49-F238E27FC236}">
                <a16:creationId xmlns:a16="http://schemas.microsoft.com/office/drawing/2014/main" id="{6B5094A8-952D-D051-D932-C088B1B206F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Process Info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276898508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91065"/>
    </mc:Choice>
    <mc:Fallback xmlns="">
      <p:transition spd="slow" advTm="91065"/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6435907-F240-2A8D-02A4-077E701DFF7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Right click the audio track in PowerPoint and choose save media as. Save the audio track to a local folder, call it slide XX where xx is the slide number. </a:t>
            </a:r>
          </a:p>
          <a:p>
            <a:r>
              <a:rPr lang="en-US" dirty="0"/>
              <a:t>Once all audio tracks have been saved, go back and remove them from the </a:t>
            </a:r>
            <a:r>
              <a:rPr lang="en-US" dirty="0" err="1"/>
              <a:t>powerpoint</a:t>
            </a:r>
            <a:r>
              <a:rPr lang="en-US" dirty="0"/>
              <a:t> deck and save it. Remove any page numbers at this time as well. </a:t>
            </a:r>
          </a:p>
          <a:p>
            <a:r>
              <a:rPr lang="en-US" dirty="0"/>
              <a:t>Open Adobe Audition</a:t>
            </a:r>
          </a:p>
          <a:p>
            <a:pPr marL="0" indent="0">
              <a:buNone/>
            </a:pPr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C3A2FAC-4307-61ED-7568-F58AA35BFE3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Step 1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247212516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102963"/>
    </mc:Choice>
    <mc:Fallback xmlns="">
      <p:transition spd="slow" advTm="102963"/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6435907-F240-2A8D-02A4-077E701DFF7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Drag audio files into Audition</a:t>
            </a:r>
          </a:p>
          <a:p>
            <a:pPr marL="0" indent="0">
              <a:buNone/>
            </a:pPr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C3A2FAC-4307-61ED-7568-F58AA35BFE3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Step 2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14EA66F-E8C2-5B7A-C93C-183F59884BD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05566" y="2052035"/>
            <a:ext cx="7306118" cy="4247965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212718297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102963"/>
    </mc:Choice>
    <mc:Fallback xmlns="">
      <p:transition spd="slow" advTm="102963"/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6435907-F240-2A8D-02A4-077E701DFF7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60000" y="1620000"/>
            <a:ext cx="4345165" cy="4680000"/>
          </a:xfrm>
        </p:spPr>
        <p:txBody>
          <a:bodyPr/>
          <a:lstStyle/>
          <a:p>
            <a:r>
              <a:rPr lang="en-US" dirty="0"/>
              <a:t>Click on Match Loudness</a:t>
            </a:r>
          </a:p>
          <a:p>
            <a:r>
              <a:rPr lang="en-US" dirty="0"/>
              <a:t>Select all audio tracks and drag them into drop area</a:t>
            </a:r>
          </a:p>
          <a:p>
            <a:r>
              <a:rPr lang="en-US" dirty="0"/>
              <a:t>Set Match To </a:t>
            </a:r>
            <a:r>
              <a:rPr lang="en-US" dirty="0" err="1"/>
              <a:t>to</a:t>
            </a:r>
            <a:r>
              <a:rPr lang="en-US" dirty="0"/>
              <a:t> ITU-R BS.1770-3 Loudness using the drop down</a:t>
            </a:r>
          </a:p>
          <a:p>
            <a:r>
              <a:rPr lang="en-US" dirty="0"/>
              <a:t>Set Target Loudness to -14 LUFS</a:t>
            </a:r>
          </a:p>
          <a:p>
            <a:r>
              <a:rPr lang="en-US" dirty="0"/>
              <a:t>Click Run</a:t>
            </a:r>
          </a:p>
          <a:p>
            <a:endParaRPr lang="en-US" dirty="0"/>
          </a:p>
          <a:p>
            <a:pPr marL="0" indent="0">
              <a:buNone/>
            </a:pPr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C3A2FAC-4307-61ED-7568-F58AA35BFE3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Step 3 – Match Loudness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09F7375D-2A39-CB6E-4C2F-D9C97D084A4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88488" y="1505368"/>
            <a:ext cx="6592220" cy="4610743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251382713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102963"/>
    </mc:Choice>
    <mc:Fallback xmlns="">
      <p:transition spd="slow" advTm="102963"/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6435907-F240-2A8D-02A4-077E701DFF7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60000" y="1620000"/>
            <a:ext cx="4345165" cy="4680000"/>
          </a:xfrm>
        </p:spPr>
        <p:txBody>
          <a:bodyPr/>
          <a:lstStyle/>
          <a:p>
            <a:r>
              <a:rPr lang="en-US" dirty="0"/>
              <a:t>Double click a track to select it</a:t>
            </a:r>
          </a:p>
          <a:p>
            <a:r>
              <a:rPr lang="en-US" dirty="0"/>
              <a:t>Click Diagnostics tab, select </a:t>
            </a:r>
            <a:r>
              <a:rPr lang="en-US" dirty="0" err="1"/>
              <a:t>DeClicker</a:t>
            </a:r>
            <a:r>
              <a:rPr lang="en-US" dirty="0"/>
              <a:t> from Effect drop down</a:t>
            </a:r>
          </a:p>
          <a:p>
            <a:r>
              <a:rPr lang="en-US" dirty="0"/>
              <a:t>Click Scan</a:t>
            </a:r>
          </a:p>
          <a:p>
            <a:r>
              <a:rPr lang="en-US" dirty="0"/>
              <a:t>Click Repair All</a:t>
            </a:r>
          </a:p>
          <a:p>
            <a:r>
              <a:rPr lang="en-US" dirty="0"/>
              <a:t>Repeat for all tracks.</a:t>
            </a:r>
          </a:p>
          <a:p>
            <a:pPr marL="0" indent="0">
              <a:buNone/>
            </a:pPr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C3A2FAC-4307-61ED-7568-F58AA35BFE3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Step 4 - </a:t>
            </a:r>
            <a:r>
              <a:rPr lang="en-US" dirty="0" err="1"/>
              <a:t>DeClicker</a:t>
            </a:r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7AE33A5B-B4DB-634E-ADD0-627777E8C8F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60452" y="1008000"/>
            <a:ext cx="5216751" cy="5000320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250069450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102963"/>
    </mc:Choice>
    <mc:Fallback xmlns="">
      <p:transition spd="slow" advTm="102963"/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6435907-F240-2A8D-02A4-077E701DFF7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60000" y="1620000"/>
            <a:ext cx="4345165" cy="4680000"/>
          </a:xfrm>
        </p:spPr>
        <p:txBody>
          <a:bodyPr/>
          <a:lstStyle/>
          <a:p>
            <a:r>
              <a:rPr lang="en-US" dirty="0"/>
              <a:t>Click File —&gt; Save All</a:t>
            </a:r>
          </a:p>
          <a:p>
            <a:r>
              <a:rPr lang="en-US" dirty="0"/>
              <a:t>If prompted, confirm file save location. File type should be .wav by default, if not, change it for best results</a:t>
            </a:r>
          </a:p>
          <a:p>
            <a:r>
              <a:rPr lang="en-US" dirty="0"/>
              <a:t>Repeat for all tracks</a:t>
            </a:r>
          </a:p>
          <a:p>
            <a:r>
              <a:rPr lang="en-US" dirty="0"/>
              <a:t>Once saved, drag back into </a:t>
            </a:r>
            <a:r>
              <a:rPr lang="en-US"/>
              <a:t>the PowerPoint Deck</a:t>
            </a:r>
            <a:endParaRPr lang="en-US" dirty="0"/>
          </a:p>
          <a:p>
            <a:pPr marL="0" indent="0">
              <a:buNone/>
            </a:pPr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C3A2FAC-4307-61ED-7568-F58AA35BFE3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Step 5 – Save All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564C7BE0-7175-E561-D8C9-C5AC4C076EE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21217" y="842601"/>
            <a:ext cx="3524742" cy="5172797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171406915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102963"/>
    </mc:Choice>
    <mc:Fallback xmlns="">
      <p:transition spd="slow" advTm="102963"/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6435907-F240-2A8D-02A4-077E701DFF7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60000" y="1620000"/>
            <a:ext cx="4045502" cy="3104630"/>
          </a:xfrm>
        </p:spPr>
        <p:txBody>
          <a:bodyPr vert="horz" lIns="91440" tIns="45720" rIns="91440" bIns="45720" rtlCol="0" anchor="t">
            <a:normAutofit fontScale="85000" lnSpcReduction="10000"/>
          </a:bodyPr>
          <a:lstStyle/>
          <a:p>
            <a:r>
              <a:rPr lang="en-US" dirty="0">
                <a:latin typeface="Roboto"/>
                <a:ea typeface="Roboto"/>
                <a:cs typeface="Roboto"/>
              </a:rPr>
              <a:t>The preceding steps can be used to process audio from Videos in Adobe Premier</a:t>
            </a:r>
            <a:endParaRPr lang="en-US" dirty="0"/>
          </a:p>
          <a:p>
            <a:r>
              <a:rPr lang="en-US" dirty="0">
                <a:latin typeface="Roboto"/>
                <a:ea typeface="Roboto"/>
                <a:cs typeface="Roboto"/>
              </a:rPr>
              <a:t>It is best to process audio </a:t>
            </a:r>
            <a:r>
              <a:rPr lang="en-US" b="1" dirty="0">
                <a:latin typeface="Roboto"/>
                <a:ea typeface="Roboto"/>
                <a:cs typeface="Roboto"/>
              </a:rPr>
              <a:t>first</a:t>
            </a:r>
            <a:r>
              <a:rPr lang="en-US" dirty="0">
                <a:latin typeface="Roboto"/>
                <a:ea typeface="Roboto"/>
                <a:cs typeface="Roboto"/>
              </a:rPr>
              <a:t> before editing video</a:t>
            </a:r>
            <a:endParaRPr lang="en-US" dirty="0"/>
          </a:p>
          <a:p>
            <a:r>
              <a:rPr lang="en-US" dirty="0">
                <a:latin typeface="Roboto"/>
                <a:ea typeface="Roboto"/>
                <a:cs typeface="Roboto"/>
              </a:rPr>
              <a:t>After processing, save the audio file and it will update in Premier automatically, then continue to edit and </a:t>
            </a:r>
            <a:r>
              <a:rPr lang="en-US" dirty="0" err="1">
                <a:latin typeface="Roboto"/>
                <a:ea typeface="Roboto"/>
                <a:cs typeface="Roboto"/>
              </a:rPr>
              <a:t>expor</a:t>
            </a:r>
            <a:r>
              <a:rPr lang="en-US" dirty="0">
                <a:latin typeface="Roboto"/>
                <a:ea typeface="Roboto"/>
                <a:cs typeface="Roboto"/>
              </a:rPr>
              <a:t> normally</a:t>
            </a:r>
            <a:endParaRPr lang="en-US" dirty="0"/>
          </a:p>
          <a:p>
            <a:pPr marL="0" indent="0">
              <a:buNone/>
            </a:pPr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C3A2FAC-4307-61ED-7568-F58AA35BFE3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Roboto"/>
                <a:ea typeface="Roboto"/>
                <a:cs typeface="Roboto"/>
              </a:rPr>
              <a:t>Notes: Video</a:t>
            </a:r>
            <a:endParaRPr lang="en-US" dirty="0"/>
          </a:p>
        </p:txBody>
      </p:sp>
      <p:pic>
        <p:nvPicPr>
          <p:cNvPr id="4" name="Picture 4">
            <a:extLst>
              <a:ext uri="{FF2B5EF4-FFF2-40B4-BE49-F238E27FC236}">
                <a16:creationId xmlns:a16="http://schemas.microsoft.com/office/drawing/2014/main" id="{AC951D23-1BD0-E22B-D088-675B173298E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81928" y="1493627"/>
            <a:ext cx="6989851" cy="4427263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374991803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102963"/>
    </mc:Choice>
    <mc:Fallback xmlns="">
      <p:transition spd="slow" advTm="102963"/>
    </mc:Fallback>
  </mc:AlternateContent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  <p:tag name="ARTICULATE_PROJECT_OPEN" val="0"/>
  <p:tag name="ARTICULATE_SLIDE_COUNT" val="7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6|10.7|24.7|15.1|16.4"/>
  <p:tag name="ARTICULATE_SLIDE_THUMBNAIL_REFRESH" val="1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15.1|11.2|4.3|3.1|3.4|23.4|10.6|19.9"/>
  <p:tag name="ARTICULATE_SLIDE_THUMBNAIL_REFRESH" val="1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15.1|11.2|4.3|3.1|3.4|23.4|10.6|19.9"/>
  <p:tag name="ARTICULATE_SLIDE_THUMBNAIL_REFRESH" val="1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15.1|11.2|4.3|3.1|3.4|23.4|10.6|19.9"/>
  <p:tag name="ARTICULATE_SLIDE_THUMBNAIL_REFRESH" val="1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15.1|11.2|4.3|3.1|3.4|23.4|10.6|19.9"/>
  <p:tag name="ARTICULATE_SLIDE_THUMBNAIL_REFRESH" val="1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15.1|11.2|4.3|3.1|3.4|23.4|10.6|19.9"/>
  <p:tag name="ARTICULATE_SLIDE_THUMBNAIL_REFRESH" val="1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15.1|11.2|4.3|3.1|3.4|23.4|10.6|19.9"/>
  <p:tag name="ARTICULATE_SLIDE_THUMBNAIL_REFRESH" val="1"/>
</p:tagLst>
</file>

<file path=ppt/theme/theme1.xml><?xml version="1.0" encoding="utf-8"?>
<a:theme xmlns:a="http://schemas.openxmlformats.org/drawingml/2006/main" name="Cover and Divder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AMPLPIFY SLK Video Tutorial Template.pptx" id="{C15FCC68-EB25-4826-96F5-0A64FFE0CA0F}" vid="{5A73A7BC-E5BE-4085-ADB1-0232A46D9C97}"/>
    </a:ext>
  </a:extLst>
</a:theme>
</file>

<file path=ppt/theme/theme2.xml><?xml version="1.0" encoding="utf-8"?>
<a:theme xmlns:a="http://schemas.openxmlformats.org/drawingml/2006/main" name="Custom Designs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AMPLPIFY SLK Video Tutorial Template.pptx" id="{C15FCC68-EB25-4826-96F5-0A64FFE0CA0F}" vid="{BC6F04C2-E774-4FAF-B2DB-01391D4DE45C}"/>
    </a:ext>
  </a:extLst>
</a:theme>
</file>

<file path=ppt/theme/theme3.xml><?xml version="1.0" encoding="utf-8"?>
<a:theme xmlns:a="http://schemas.openxmlformats.org/drawingml/2006/main" name="Timelin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AMPLPIFY SLK Video Tutorial Template.pptx" id="{C15FCC68-EB25-4826-96F5-0A64FFE0CA0F}" vid="{76D91489-B72D-4A04-B8B6-A69731D1A9F3}"/>
    </a:ext>
  </a:extLst>
</a:theme>
</file>

<file path=ppt/theme/theme4.xml><?xml version="1.0" encoding="utf-8"?>
<a:theme xmlns:a="http://schemas.openxmlformats.org/drawingml/2006/main" name="End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AMPLPIFY SLK Video Tutorial Template.pptx" id="{C15FCC68-EB25-4826-96F5-0A64FFE0CA0F}" vid="{819E3B97-951B-44E4-ABFB-D14998EBE911}"/>
    </a:ext>
  </a:extLst>
</a:theme>
</file>

<file path=ppt/theme/theme5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fa118952-da23-46fc-a354-c6ad1374654c" xsi:nil="true"/>
    <lcf76f155ced4ddcb4097134ff3c332f xmlns="36e2c0aa-e511-445f-8039-2569a9f10996">
      <Terms xmlns="http://schemas.microsoft.com/office/infopath/2007/PartnerControls"/>
    </lcf76f155ced4ddcb4097134ff3c332f>
    <SenttoAP xmlns="36e2c0aa-e511-445f-8039-2569a9f10996" xsi:nil="true"/>
  </documentManagement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4A31E95EA1F586458AF07F3DE8617C42" ma:contentTypeVersion="28" ma:contentTypeDescription="Create a new document." ma:contentTypeScope="" ma:versionID="f2c10ccd21469bed2c04839668855590">
  <xsd:schema xmlns:xsd="http://www.w3.org/2001/XMLSchema" xmlns:xs="http://www.w3.org/2001/XMLSchema" xmlns:p="http://schemas.microsoft.com/office/2006/metadata/properties" xmlns:ns2="36e2c0aa-e511-445f-8039-2569a9f10996" xmlns:ns3="fa118952-da23-46fc-a354-c6ad1374654c" targetNamespace="http://schemas.microsoft.com/office/2006/metadata/properties" ma:root="true" ma:fieldsID="017c8616f8d1d62aacfe63684c7f422d" ns2:_="" ns3:_="">
    <xsd:import namespace="36e2c0aa-e511-445f-8039-2569a9f10996"/>
    <xsd:import namespace="fa118952-da23-46fc-a354-c6ad1374654c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AutoTags" minOccurs="0"/>
                <xsd:element ref="ns3:SharedWithUsers" minOccurs="0"/>
                <xsd:element ref="ns3:SharedWithDetails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2:MediaServiceDateTaken" minOccurs="0"/>
                <xsd:element ref="ns2:MediaServiceLocation" minOccurs="0"/>
                <xsd:element ref="ns2:MediaServiceAutoKeyPoints" minOccurs="0"/>
                <xsd:element ref="ns2:MediaServiceKeyPoints" minOccurs="0"/>
                <xsd:element ref="ns2:MediaLengthInSeconds" minOccurs="0"/>
                <xsd:element ref="ns2:lcf76f155ced4ddcb4097134ff3c332f" minOccurs="0"/>
                <xsd:element ref="ns3:TaxCatchAll" minOccurs="0"/>
                <xsd:element ref="ns2:MediaServiceObjectDetectorVersions" minOccurs="0"/>
                <xsd:element ref="ns2:MediaServiceSearchProperties" minOccurs="0"/>
                <xsd:element ref="ns2:MediaServiceBillingMetadata" minOccurs="0"/>
                <xsd:element ref="ns2:_ApprovalAssignedTo" minOccurs="0"/>
                <xsd:element ref="ns2:_ApprovalRespondedBy" minOccurs="0"/>
                <xsd:element ref="ns2:_ApprovalSentBy" minOccurs="0"/>
                <xsd:element ref="ns2:_ApprovalStatus" minOccurs="0"/>
                <xsd:element ref="ns2:SenttoAP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36e2c0aa-e511-445f-8039-2569a9f10996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Tags" ma:index="10" nillable="true" ma:displayName="Tags" ma:internalName="MediaServiceAutoTags" ma:readOnly="true">
      <xsd:simpleType>
        <xsd:restriction base="dms:Text"/>
      </xsd:simpleType>
    </xsd:element>
    <xsd:element name="MediaServiceOCR" ma:index="13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4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5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DateTaken" ma:index="16" nillable="true" ma:displayName="MediaServiceDateTaken" ma:hidden="true" ma:internalName="MediaServiceDateTaken" ma:readOnly="true">
      <xsd:simpleType>
        <xsd:restriction base="dms:Text"/>
      </xsd:simpleType>
    </xsd:element>
    <xsd:element name="MediaServiceLocation" ma:index="17" nillable="true" ma:displayName="Location" ma:internalName="MediaServiceLocation" ma:readOnly="true">
      <xsd:simpleType>
        <xsd:restriction base="dms:Text"/>
      </xsd:simpleType>
    </xsd:element>
    <xsd:element name="MediaServiceAutoKeyPoints" ma:index="18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9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LengthInSeconds" ma:index="20" nillable="true" ma:displayName="Length (seconds)" ma:internalName="MediaLengthInSeconds" ma:readOnly="true">
      <xsd:simpleType>
        <xsd:restriction base="dms:Unknown"/>
      </xsd:simpleType>
    </xsd:element>
    <xsd:element name="lcf76f155ced4ddcb4097134ff3c332f" ma:index="22" nillable="true" ma:taxonomy="true" ma:internalName="lcf76f155ced4ddcb4097134ff3c332f" ma:taxonomyFieldName="MediaServiceImageTags" ma:displayName="Image Tags" ma:readOnly="false" ma:fieldId="{5cf76f15-5ced-4ddc-b409-7134ff3c332f}" ma:taxonomyMulti="true" ma:sspId="6446fa58-7adc-4f96-943c-3685cd4d852f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bjectDetectorVersions" ma:index="24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MediaServiceSearchProperties" ma:index="25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BillingMetadata" ma:index="26" nillable="true" ma:displayName="MediaServiceBillingMetadata" ma:hidden="true" ma:internalName="MediaServiceBillingMetadata" ma:readOnly="true">
      <xsd:simpleType>
        <xsd:restriction base="dms:Note"/>
      </xsd:simpleType>
    </xsd:element>
    <xsd:element name="_ApprovalAssignedTo" ma:index="27" nillable="true" ma:displayName="Approvers" ma:list="UserInfo" ma:internalName="_ApprovalAssignedTo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_ApprovalRespondedBy" ma:index="28" nillable="true" ma:displayName="Responses" ma:list="UserInfo" ma:internalName="_ApprovalRespondedBy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_ApprovalSentBy" ma:index="29" nillable="true" ma:displayName="Approval Creator" ma:list="UserInfo" ma:internalName="_ApprovalSentBy" ma:readOnly="true">
      <xsd:complexType>
        <xsd:complexContent>
          <xsd:extension base="dms:User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_ApprovalStatus" ma:index="30" nillable="true" ma:displayName="Approval status" ma:internalName="_ApprovalStatus" ma:readOnly="true">
      <xsd:simpleType>
        <xsd:restriction base="dms:Unknown"/>
      </xsd:simpleType>
    </xsd:element>
    <xsd:element name="SenttoAP" ma:index="31" nillable="true" ma:displayName="Sent to AP" ma:description="Check this box if the invoice was emailed to the appropriate AP contact." ma:format="Dropdown" ma:internalName="SenttoAP">
      <xsd:simpleType>
        <xsd:restriction base="dms:Choice">
          <xsd:enumeration value="Sent"/>
          <xsd:enumeration value="Not Sent"/>
          <xsd:enumeration value="Choice 3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fa118952-da23-46fc-a354-c6ad1374654c" elementFormDefault="qualified">
    <xsd:import namespace="http://schemas.microsoft.com/office/2006/documentManagement/types"/>
    <xsd:import namespace="http://schemas.microsoft.com/office/infopath/2007/PartnerControls"/>
    <xsd:element name="SharedWithUsers" ma:index="11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2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TaxCatchAll" ma:index="23" nillable="true" ma:displayName="Taxonomy Catch All Column" ma:hidden="true" ma:list="{ce57cc56-6c9f-4f5f-88a5-42ee222f1f4c}" ma:internalName="TaxCatchAll" ma:showField="CatchAllData" ma:web="fa118952-da23-46fc-a354-c6ad1374654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48BAA835-B8AF-4AF3-B39C-08B4EE8818CA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EC3F81A0-0BEF-4344-8973-E1EC47FD2E8A}">
  <ds:schemaRefs>
    <ds:schemaRef ds:uri="http://schemas.microsoft.com/office/2006/metadata/properties"/>
    <ds:schemaRef ds:uri="http://schemas.microsoft.com/office/2006/documentManagement/types"/>
    <ds:schemaRef ds:uri="http://purl.org/dc/elements/1.1/"/>
    <ds:schemaRef ds:uri="http://schemas.openxmlformats.org/package/2006/metadata/core-properties"/>
    <ds:schemaRef ds:uri="http://www.w3.org/XML/1998/namespace"/>
    <ds:schemaRef ds:uri="http://purl.org/dc/terms/"/>
    <ds:schemaRef ds:uri="36e2c0aa-e511-445f-8039-2569a9f10996"/>
    <ds:schemaRef ds:uri="http://schemas.microsoft.com/office/infopath/2007/PartnerControls"/>
    <ds:schemaRef ds:uri="fa118952-da23-46fc-a354-c6ad1374654c"/>
    <ds:schemaRef ds:uri="http://purl.org/dc/dcmitype/"/>
  </ds:schemaRefs>
</ds:datastoreItem>
</file>

<file path=customXml/itemProps3.xml><?xml version="1.0" encoding="utf-8"?>
<ds:datastoreItem xmlns:ds="http://schemas.openxmlformats.org/officeDocument/2006/customXml" ds:itemID="{C28BDD04-0F1A-4E58-9AEB-3B7B2645B989}"/>
</file>

<file path=docProps/app.xml><?xml version="1.0" encoding="utf-8"?>
<Properties xmlns="http://schemas.openxmlformats.org/officeDocument/2006/extended-properties" xmlns:vt="http://schemas.openxmlformats.org/officeDocument/2006/docPropsVTypes">
  <Template>AMPLPIFY SLK Video Tutorial Template (3)</Template>
  <TotalTime>0</TotalTime>
  <Words>240</Words>
  <Application>Microsoft Office PowerPoint</Application>
  <PresentationFormat>Widescreen</PresentationFormat>
  <Paragraphs>44</Paragraphs>
  <Slides>8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4</vt:i4>
      </vt:variant>
      <vt:variant>
        <vt:lpstr>Slide Titles</vt:lpstr>
      </vt:variant>
      <vt:variant>
        <vt:i4>8</vt:i4>
      </vt:variant>
    </vt:vector>
  </HeadingPairs>
  <TitlesOfParts>
    <vt:vector size="12" baseType="lpstr">
      <vt:lpstr>Cover and Divder</vt:lpstr>
      <vt:lpstr>Custom Designs</vt:lpstr>
      <vt:lpstr>Timeline</vt:lpstr>
      <vt:lpstr>End</vt:lpstr>
      <vt:lpstr>How To Process Audio</vt:lpstr>
      <vt:lpstr>Process Info</vt:lpstr>
      <vt:lpstr>Step 1</vt:lpstr>
      <vt:lpstr>Step 2</vt:lpstr>
      <vt:lpstr>Step 3 – Match Loudness</vt:lpstr>
      <vt:lpstr>Step 4 - DeClicker</vt:lpstr>
      <vt:lpstr>Step 5 – Save All</vt:lpstr>
      <vt:lpstr>Notes: Video</vt:lpstr>
    </vt:vector>
  </TitlesOfParts>
  <Company>Axway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AMPLIFY SLK video</dc:title>
  <dc:creator>Damien Lerminiaux</dc:creator>
  <cp:lastModifiedBy>Don Burnside</cp:lastModifiedBy>
  <cp:revision>24</cp:revision>
  <dcterms:created xsi:type="dcterms:W3CDTF">2019-08-05T11:02:20Z</dcterms:created>
  <dcterms:modified xsi:type="dcterms:W3CDTF">2023-03-16T21:29:36Z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_dlc_DocIdItemGuid">
    <vt:lpwstr>9e66e6fb-5ce5-487e-9c37-31d770e44fed</vt:lpwstr>
  </property>
  <property fmtid="{D5CDD505-2E9C-101B-9397-08002B2CF9AE}" pid="3" name="ArticulateGUID">
    <vt:lpwstr>E6257394-D6F5-4196-A980-14D6627F276F</vt:lpwstr>
  </property>
  <property fmtid="{D5CDD505-2E9C-101B-9397-08002B2CF9AE}" pid="4" name="ArticulatePath">
    <vt:lpwstr>AMPLIFY SLK Intro Template_2</vt:lpwstr>
  </property>
  <property fmtid="{D5CDD505-2E9C-101B-9397-08002B2CF9AE}" pid="5" name="ContentTypeId">
    <vt:lpwstr>0x0101004A31E95EA1F586458AF07F3DE8617C42</vt:lpwstr>
  </property>
  <property fmtid="{D5CDD505-2E9C-101B-9397-08002B2CF9AE}" pid="6" name="MediaServiceImageTags">
    <vt:lpwstr/>
  </property>
</Properties>
</file>