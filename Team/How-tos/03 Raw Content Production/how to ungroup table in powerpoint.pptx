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755" r:id="rId5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4F54"/>
    <a:srgbClr val="006580"/>
    <a:srgbClr val="EBECEC"/>
    <a:srgbClr val="D22630"/>
    <a:srgbClr val="FF2424"/>
    <a:srgbClr val="F3F3F3"/>
    <a:srgbClr val="7F8184"/>
    <a:srgbClr val="170AC2"/>
    <a:srgbClr val="E7FFF2"/>
    <a:srgbClr val="FFF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 Burnside" userId="S::dburnside@axway.com::89c3471a-7668-46f7-b47a-80c478617a4e" providerId="AD" clId="Web-{543BB806-3853-A18E-5E51-D349948B75A7}"/>
    <pc:docChg chg="mod">
      <pc:chgData name="Don Burnside" userId="S::dburnside@axway.com::89c3471a-7668-46f7-b47a-80c478617a4e" providerId="AD" clId="Web-{543BB806-3853-A18E-5E51-D349948B75A7}" dt="2025-07-22T17:59:19.191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2E96F-CEFA-4FFD-A77F-D5DEDCAB1875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71C70-C174-48D2-90B2-5F7A09F7AE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7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mailto:university.axway@axway.com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2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6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M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5BB10B-015D-422D-9167-9A2C808964C9}"/>
              </a:ext>
            </a:extLst>
          </p:cNvPr>
          <p:cNvSpPr/>
          <p:nvPr userDrawn="1"/>
        </p:nvSpPr>
        <p:spPr>
          <a:xfrm>
            <a:off x="5723850" y="-1746"/>
            <a:ext cx="5748150" cy="5789730"/>
          </a:xfrm>
          <a:prstGeom prst="rect">
            <a:avLst/>
          </a:prstGeom>
          <a:solidFill>
            <a:srgbClr val="EB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52A0E7-52B2-4BBA-A45A-1CC0036E8128}"/>
              </a:ext>
            </a:extLst>
          </p:cNvPr>
          <p:cNvSpPr/>
          <p:nvPr userDrawn="1"/>
        </p:nvSpPr>
        <p:spPr>
          <a:xfrm>
            <a:off x="7621" y="-1746"/>
            <a:ext cx="5707839" cy="5777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6D36D-8DA4-473C-B35F-0CD7DFEFC2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6428" y="1080000"/>
            <a:ext cx="5400000" cy="1754326"/>
          </a:xfrm>
        </p:spPr>
        <p:txBody>
          <a:bodyPr vert="horz" lIns="91440" tIns="45720" rIns="91440" bIns="45720" rtlCol="0" anchor="t">
            <a:spAutoFit/>
          </a:bodyPr>
          <a:lstStyle>
            <a:lvl1pPr>
              <a:defRPr lang="en-US" sz="6000" dirty="0">
                <a:solidFill>
                  <a:srgbClr val="4A4F54"/>
                </a:solidFill>
              </a:defRPr>
            </a:lvl1pPr>
          </a:lstStyle>
          <a:p>
            <a:pPr lvl="0"/>
            <a:r>
              <a:rPr lang="en-US"/>
              <a:t>Training Material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5E09F-828B-4426-B099-49B8878CB6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428" y="3600000"/>
            <a:ext cx="5400000" cy="216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4000">
                <a:solidFill>
                  <a:srgbClr val="4A4F54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Course Name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9BD60D-8BAF-4B92-B62B-50FAF6786A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0600" y="4068000"/>
            <a:ext cx="3240000" cy="108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rgbClr val="4A4F54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</a:t>
            </a:r>
          </a:p>
        </p:txBody>
      </p:sp>
      <p:pic>
        <p:nvPicPr>
          <p:cNvPr id="11" name="Picture 120">
            <a:extLst>
              <a:ext uri="{FF2B5EF4-FFF2-40B4-BE49-F238E27FC236}">
                <a16:creationId xmlns:a16="http://schemas.microsoft.com/office/drawing/2014/main" id="{11C8E35D-A5D0-A419-C6DF-8F1010A882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460600" y="1080000"/>
            <a:ext cx="2520000" cy="252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0106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AE6FB-0CC2-4398-8AC4-466EED73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E4C74-3388-4B46-A220-E514F7F82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 marL="457200" indent="0">
              <a:buFont typeface="Wingdings" panose="05000000000000000000" pitchFamily="2" charset="2"/>
              <a:buChar char="§"/>
              <a:defRPr lang="en-US"/>
            </a:lvl2pPr>
            <a:lvl3pPr marL="914400" indent="0">
              <a:buFontTx/>
              <a:buNone/>
              <a:defRPr lang="en-US"/>
            </a:lvl3pPr>
          </a:lstStyle>
          <a:p>
            <a:pPr marL="457200" lvl="0" indent="-457200">
              <a:buClr>
                <a:srgbClr val="D12531"/>
              </a:buClr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marL="914400" lvl="1" indent="-457200">
              <a:buClr>
                <a:srgbClr val="D12531"/>
              </a:buClr>
              <a:buFont typeface="Wingdings" panose="05000000000000000000" pitchFamily="2" charset="2"/>
              <a:buChar char="ü"/>
            </a:pPr>
            <a:r>
              <a:rPr lang="en-US"/>
              <a:t>Second level</a:t>
            </a:r>
          </a:p>
          <a:p>
            <a:pPr marL="1371600" lvl="2" indent="-457200">
              <a:buClr>
                <a:srgbClr val="D12531"/>
              </a:buClr>
              <a:buFont typeface="Wingdings" panose="05000000000000000000" pitchFamily="2" charset="2"/>
              <a:buChar char="ü"/>
            </a:pPr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7EBF51-69EF-4C63-595B-43E08747C3F8}"/>
              </a:ext>
            </a:extLst>
          </p:cNvPr>
          <p:cNvSpPr/>
          <p:nvPr userDrawn="1"/>
        </p:nvSpPr>
        <p:spPr>
          <a:xfrm>
            <a:off x="10766560" y="-6400"/>
            <a:ext cx="1440000" cy="1440000"/>
          </a:xfrm>
          <a:prstGeom prst="rect">
            <a:avLst/>
          </a:prstGeom>
          <a:solidFill>
            <a:srgbClr val="FF24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</a:endParaRPr>
          </a:p>
        </p:txBody>
      </p:sp>
      <p:pic>
        <p:nvPicPr>
          <p:cNvPr id="7" name="Picture 120">
            <a:extLst>
              <a:ext uri="{FF2B5EF4-FFF2-40B4-BE49-F238E27FC236}">
                <a16:creationId xmlns:a16="http://schemas.microsoft.com/office/drawing/2014/main" id="{2509D15D-12CF-13D2-1B30-2DB89A29D8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32262" y="158800"/>
            <a:ext cx="1080000" cy="108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512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M Insru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3B9F2-C90A-4467-89B1-4C948DC44093}"/>
              </a:ext>
            </a:extLst>
          </p:cNvPr>
          <p:cNvSpPr/>
          <p:nvPr userDrawn="1"/>
        </p:nvSpPr>
        <p:spPr>
          <a:xfrm>
            <a:off x="5723850" y="-1746"/>
            <a:ext cx="5748150" cy="5789730"/>
          </a:xfrm>
          <a:prstGeom prst="rect">
            <a:avLst/>
          </a:prstGeom>
          <a:solidFill>
            <a:srgbClr val="EB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52A0E7-52B2-4BBA-A45A-1CC0036E8128}"/>
              </a:ext>
            </a:extLst>
          </p:cNvPr>
          <p:cNvSpPr/>
          <p:nvPr userDrawn="1"/>
        </p:nvSpPr>
        <p:spPr>
          <a:xfrm>
            <a:off x="1" y="-1746"/>
            <a:ext cx="5715460" cy="5777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9BD60D-8BAF-4B92-B62B-50FAF6786A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77925" y="4068000"/>
            <a:ext cx="3240000" cy="108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rgbClr val="4A4F54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Your Instructor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BCFD77F-6151-4981-9DF6-0289758777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391" y="564087"/>
            <a:ext cx="5400675" cy="4043913"/>
          </a:xfrm>
        </p:spPr>
        <p:txBody>
          <a:bodyPr>
            <a:normAutofit/>
          </a:bodyPr>
          <a:lstStyle>
            <a:lvl1pPr marL="0" indent="0">
              <a:buClr>
                <a:schemeClr val="bg1"/>
              </a:buClr>
              <a:buFont typeface="Wingdings" panose="05000000000000000000" pitchFamily="2" charset="2"/>
              <a:buNone/>
              <a:defRPr sz="2000" b="1">
                <a:solidFill>
                  <a:srgbClr val="4A4F54"/>
                </a:solidFill>
              </a:defRPr>
            </a:lvl1pPr>
            <a:lvl2pPr marL="457200" indent="-457200">
              <a:buClr>
                <a:schemeClr val="bg1"/>
              </a:buClr>
              <a:buFont typeface="Wingdings" panose="05000000000000000000" pitchFamily="2" charset="2"/>
              <a:buChar char="§"/>
              <a:defRPr sz="2000">
                <a:solidFill>
                  <a:srgbClr val="4A4F54"/>
                </a:solidFill>
              </a:defRPr>
            </a:lvl2pPr>
          </a:lstStyle>
          <a:p>
            <a:pPr lvl="0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61C54-5191-4FC1-A809-9E3BBD170CB6}"/>
              </a:ext>
            </a:extLst>
          </p:cNvPr>
          <p:cNvSpPr/>
          <p:nvPr userDrawn="1"/>
        </p:nvSpPr>
        <p:spPr>
          <a:xfrm>
            <a:off x="-236" y="4708061"/>
            <a:ext cx="5715460" cy="1081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>
                <a:solidFill>
                  <a:srgbClr val="4A4F54"/>
                </a:solidFill>
              </a:rPr>
              <a:t>We hope you will acquire the knowledge you were looking for!</a:t>
            </a:r>
          </a:p>
          <a:p>
            <a:pPr lvl="0" algn="ctr"/>
            <a:r>
              <a:rPr lang="en-US" sz="2000">
                <a:solidFill>
                  <a:srgbClr val="4A4F54"/>
                </a:solidFill>
              </a:rPr>
              <a:t>Any comments or feedback?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5037C0-9FB7-41EC-BD15-5A84565242B2}"/>
              </a:ext>
            </a:extLst>
          </p:cNvPr>
          <p:cNvSpPr txBox="1"/>
          <p:nvPr userDrawn="1"/>
        </p:nvSpPr>
        <p:spPr>
          <a:xfrm>
            <a:off x="1230916" y="6157355"/>
            <a:ext cx="4100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D2263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university.axway@axway.com</a:t>
            </a:r>
            <a:r>
              <a:rPr lang="en-US">
                <a:solidFill>
                  <a:srgbClr val="D22630"/>
                </a:solidFill>
              </a:rPr>
              <a:t> </a:t>
            </a:r>
            <a:endParaRPr lang="fr-FR">
              <a:solidFill>
                <a:srgbClr val="D22630"/>
              </a:solidFill>
            </a:endParaRPr>
          </a:p>
        </p:txBody>
      </p:sp>
      <p:pic>
        <p:nvPicPr>
          <p:cNvPr id="18" name="Picture 120">
            <a:extLst>
              <a:ext uri="{FF2B5EF4-FFF2-40B4-BE49-F238E27FC236}">
                <a16:creationId xmlns:a16="http://schemas.microsoft.com/office/drawing/2014/main" id="{B973374F-845A-D1C6-4132-F09C67480FF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517493" y="1128504"/>
            <a:ext cx="2471496" cy="24714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8864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M Stud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52A0E7-52B2-4BBA-A45A-1CC0036E8128}"/>
              </a:ext>
            </a:extLst>
          </p:cNvPr>
          <p:cNvSpPr/>
          <p:nvPr userDrawn="1"/>
        </p:nvSpPr>
        <p:spPr>
          <a:xfrm>
            <a:off x="1" y="-1746"/>
            <a:ext cx="5715460" cy="5777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11" name="Picture 120">
            <a:extLst>
              <a:ext uri="{FF2B5EF4-FFF2-40B4-BE49-F238E27FC236}">
                <a16:creationId xmlns:a16="http://schemas.microsoft.com/office/drawing/2014/main" id="{DD2A6A5E-99DC-1373-3306-5B7DB07CBF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522219" y="1620000"/>
            <a:ext cx="3360779" cy="3360779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0B15D31-68F2-FE35-AF5A-D80BF8CCD3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620000"/>
            <a:ext cx="6536100" cy="4680000"/>
          </a:xfrm>
        </p:spPr>
        <p:txBody>
          <a:bodyPr/>
          <a:lstStyle>
            <a:lvl1pPr marL="0" indent="0">
              <a:buClr>
                <a:srgbClr val="D12531"/>
              </a:buClr>
              <a:buFont typeface="Arial" panose="020B0604020202020204" pitchFamily="34" charset="0"/>
              <a:buNone/>
              <a:defRPr/>
            </a:lvl1pPr>
            <a:lvl2pPr marL="914400" indent="-457200">
              <a:buClr>
                <a:srgbClr val="D12531"/>
              </a:buClr>
              <a:buFont typeface="Wingdings" panose="05000000000000000000" pitchFamily="2" charset="2"/>
              <a:buChar char="§"/>
              <a:defRPr/>
            </a:lvl2pPr>
            <a:lvl3pPr marL="1371600" indent="-457200">
              <a:buClr>
                <a:srgbClr val="D12531"/>
              </a:buClr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en-US"/>
              <a:t>Tell us about…</a:t>
            </a:r>
          </a:p>
          <a:p>
            <a:pPr lvl="0"/>
            <a:endParaRPr lang="en-US"/>
          </a:p>
          <a:p>
            <a:pPr lvl="1"/>
            <a:r>
              <a:rPr lang="en-US"/>
              <a:t>Yourself</a:t>
            </a:r>
          </a:p>
          <a:p>
            <a:pPr lvl="1"/>
            <a:r>
              <a:rPr lang="en-US"/>
              <a:t>Your position</a:t>
            </a:r>
          </a:p>
          <a:p>
            <a:pPr lvl="1"/>
            <a:r>
              <a:rPr lang="en-US"/>
              <a:t>Your expectations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C03347-D11D-39E6-BDF7-D6D5E62BC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08000"/>
            <a:ext cx="10620000" cy="90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Tour de Table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B4019B-C8AD-B9A7-229F-4327EB683C9B}"/>
              </a:ext>
            </a:extLst>
          </p:cNvPr>
          <p:cNvSpPr/>
          <p:nvPr userDrawn="1"/>
        </p:nvSpPr>
        <p:spPr>
          <a:xfrm>
            <a:off x="10766560" y="-6400"/>
            <a:ext cx="1440000" cy="1440000"/>
          </a:xfrm>
          <a:prstGeom prst="rect">
            <a:avLst/>
          </a:prstGeom>
          <a:solidFill>
            <a:srgbClr val="FF24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</a:endParaRPr>
          </a:p>
        </p:txBody>
      </p:sp>
      <p:pic>
        <p:nvPicPr>
          <p:cNvPr id="23" name="Picture 120">
            <a:extLst>
              <a:ext uri="{FF2B5EF4-FFF2-40B4-BE49-F238E27FC236}">
                <a16:creationId xmlns:a16="http://schemas.microsoft.com/office/drawing/2014/main" id="{8C83D830-858F-AD05-9777-3536DCF9E9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932696" y="171935"/>
            <a:ext cx="1079565" cy="10795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2512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M Certification Ex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5BB10B-015D-422D-9167-9A2C808964C9}"/>
              </a:ext>
            </a:extLst>
          </p:cNvPr>
          <p:cNvSpPr/>
          <p:nvPr userDrawn="1"/>
        </p:nvSpPr>
        <p:spPr>
          <a:xfrm>
            <a:off x="5723850" y="-1746"/>
            <a:ext cx="5748150" cy="5789730"/>
          </a:xfrm>
          <a:prstGeom prst="rect">
            <a:avLst/>
          </a:prstGeom>
          <a:solidFill>
            <a:srgbClr val="EB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52A0E7-52B2-4BBA-A45A-1CC0036E8128}"/>
              </a:ext>
            </a:extLst>
          </p:cNvPr>
          <p:cNvSpPr/>
          <p:nvPr userDrawn="1"/>
        </p:nvSpPr>
        <p:spPr>
          <a:xfrm>
            <a:off x="7621" y="-1746"/>
            <a:ext cx="5707839" cy="5777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6D36D-8DA4-473C-B35F-0CD7DFEFC2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6428" y="1080000"/>
            <a:ext cx="5400000" cy="1754326"/>
          </a:xfrm>
        </p:spPr>
        <p:txBody>
          <a:bodyPr vert="horz" lIns="91440" tIns="45720" rIns="91440" bIns="45720" rtlCol="0" anchor="t">
            <a:spAutoFit/>
          </a:bodyPr>
          <a:lstStyle>
            <a:lvl1pPr>
              <a:defRPr lang="en-US" sz="6000" dirty="0">
                <a:solidFill>
                  <a:srgbClr val="4A4F54"/>
                </a:solidFill>
              </a:defRPr>
            </a:lvl1pPr>
          </a:lstStyle>
          <a:p>
            <a:pPr lvl="0"/>
            <a:r>
              <a:rPr lang="en-US"/>
              <a:t>Training Material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5E09F-828B-4426-B099-49B8878CB6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428" y="3600000"/>
            <a:ext cx="5400000" cy="216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4000">
                <a:solidFill>
                  <a:srgbClr val="4A4F54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Course Name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9BD60D-8BAF-4B92-B62B-50FAF6786A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9975" y="4068000"/>
            <a:ext cx="3240000" cy="108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rgbClr val="4A4F54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Exam</a:t>
            </a:r>
          </a:p>
        </p:txBody>
      </p:sp>
      <p:pic>
        <p:nvPicPr>
          <p:cNvPr id="12" name="Picture 120">
            <a:extLst>
              <a:ext uri="{FF2B5EF4-FFF2-40B4-BE49-F238E27FC236}">
                <a16:creationId xmlns:a16="http://schemas.microsoft.com/office/drawing/2014/main" id="{EB017C7A-6B45-9A87-DD6B-DC14E01E8E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099975" y="974142"/>
            <a:ext cx="2995900" cy="2995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2243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rtification Ex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AE6FB-0CC2-4398-8AC4-466EED73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E4C74-3388-4B46-A220-E514F7F82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 marL="457200" indent="0">
              <a:buFont typeface="Wingdings" panose="05000000000000000000" pitchFamily="2" charset="2"/>
              <a:buChar char="§"/>
              <a:defRPr lang="en-US"/>
            </a:lvl2pPr>
            <a:lvl3pPr marL="914400" indent="0">
              <a:buFontTx/>
              <a:buNone/>
              <a:defRPr lang="en-US"/>
            </a:lvl3pPr>
          </a:lstStyle>
          <a:p>
            <a:pPr marL="457200" lvl="0" indent="-457200">
              <a:buClr>
                <a:srgbClr val="D12531"/>
              </a:buClr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marL="914400" lvl="1" indent="-457200">
              <a:buClr>
                <a:srgbClr val="D12531"/>
              </a:buClr>
              <a:buFont typeface="Wingdings" panose="05000000000000000000" pitchFamily="2" charset="2"/>
              <a:buChar char="ü"/>
            </a:pPr>
            <a:r>
              <a:rPr lang="en-US"/>
              <a:t>Second level</a:t>
            </a:r>
          </a:p>
          <a:p>
            <a:pPr marL="1371600" lvl="2" indent="-457200">
              <a:buClr>
                <a:srgbClr val="D12531"/>
              </a:buClr>
              <a:buFont typeface="Wingdings" panose="05000000000000000000" pitchFamily="2" charset="2"/>
              <a:buChar char="ü"/>
            </a:pPr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7EBF51-69EF-4C63-595B-43E08747C3F8}"/>
              </a:ext>
            </a:extLst>
          </p:cNvPr>
          <p:cNvSpPr/>
          <p:nvPr userDrawn="1"/>
        </p:nvSpPr>
        <p:spPr>
          <a:xfrm>
            <a:off x="10766560" y="-6400"/>
            <a:ext cx="1440000" cy="1440000"/>
          </a:xfrm>
          <a:prstGeom prst="rect">
            <a:avLst/>
          </a:prstGeom>
          <a:solidFill>
            <a:srgbClr val="FF24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</a:endParaRPr>
          </a:p>
        </p:txBody>
      </p:sp>
      <p:grpSp>
        <p:nvGrpSpPr>
          <p:cNvPr id="5" name="Picture 120">
            <a:extLst>
              <a:ext uri="{FF2B5EF4-FFF2-40B4-BE49-F238E27FC236}">
                <a16:creationId xmlns:a16="http://schemas.microsoft.com/office/drawing/2014/main" id="{96407661-88D5-CA66-B874-AC9E08B0E9BF}"/>
              </a:ext>
            </a:extLst>
          </p:cNvPr>
          <p:cNvGrpSpPr/>
          <p:nvPr/>
        </p:nvGrpSpPr>
        <p:grpSpPr>
          <a:xfrm>
            <a:off x="10980001" y="369642"/>
            <a:ext cx="1008800" cy="752757"/>
            <a:chOff x="-3348287" y="569157"/>
            <a:chExt cx="2354590" cy="175697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480689A-51BB-E9F7-211C-81790396E32C}"/>
                </a:ext>
              </a:extLst>
            </p:cNvPr>
            <p:cNvSpPr/>
            <p:nvPr/>
          </p:nvSpPr>
          <p:spPr>
            <a:xfrm>
              <a:off x="-3321761" y="570718"/>
              <a:ext cx="2172027" cy="1755410"/>
            </a:xfrm>
            <a:custGeom>
              <a:avLst/>
              <a:gdLst>
                <a:gd name="connsiteX0" fmla="*/ 0 w 2172027"/>
                <a:gd name="connsiteY0" fmla="*/ 0 h 1755410"/>
                <a:gd name="connsiteX1" fmla="*/ 2172028 w 2172027"/>
                <a:gd name="connsiteY1" fmla="*/ 0 h 1755410"/>
                <a:gd name="connsiteX2" fmla="*/ 2172028 w 2172027"/>
                <a:gd name="connsiteY2" fmla="*/ 1755410 h 1755410"/>
                <a:gd name="connsiteX3" fmla="*/ 0 w 2172027"/>
                <a:gd name="connsiteY3" fmla="*/ 1755410 h 1755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2027" h="1755410">
                  <a:moveTo>
                    <a:pt x="0" y="0"/>
                  </a:moveTo>
                  <a:lnTo>
                    <a:pt x="2172028" y="0"/>
                  </a:lnTo>
                  <a:lnTo>
                    <a:pt x="2172028" y="1755410"/>
                  </a:lnTo>
                  <a:lnTo>
                    <a:pt x="0" y="1755410"/>
                  </a:lnTo>
                  <a:close/>
                </a:path>
              </a:pathLst>
            </a:custGeom>
            <a:noFill/>
            <a:ln w="1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DF87AE6-EE36-DC48-1979-EE36F1CECCE7}"/>
                </a:ext>
              </a:extLst>
            </p:cNvPr>
            <p:cNvSpPr/>
            <p:nvPr/>
          </p:nvSpPr>
          <p:spPr>
            <a:xfrm>
              <a:off x="-2954356" y="701036"/>
              <a:ext cx="803710" cy="375992"/>
            </a:xfrm>
            <a:custGeom>
              <a:avLst/>
              <a:gdLst>
                <a:gd name="connsiteX0" fmla="*/ 723290 w 803710"/>
                <a:gd name="connsiteY0" fmla="*/ 6994 h 375992"/>
                <a:gd name="connsiteX1" fmla="*/ 46092 w 803710"/>
                <a:gd name="connsiteY1" fmla="*/ 284739 h 375992"/>
                <a:gd name="connsiteX2" fmla="*/ 2402 w 803710"/>
                <a:gd name="connsiteY2" fmla="*/ 351834 h 375992"/>
                <a:gd name="connsiteX3" fmla="*/ 80420 w 803710"/>
                <a:gd name="connsiteY3" fmla="*/ 368998 h 375992"/>
                <a:gd name="connsiteX4" fmla="*/ 757618 w 803710"/>
                <a:gd name="connsiteY4" fmla="*/ 91254 h 375992"/>
                <a:gd name="connsiteX5" fmla="*/ 801308 w 803710"/>
                <a:gd name="connsiteY5" fmla="*/ 24158 h 375992"/>
                <a:gd name="connsiteX6" fmla="*/ 723290 w 803710"/>
                <a:gd name="connsiteY6" fmla="*/ 6994 h 375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3710" h="375992">
                  <a:moveTo>
                    <a:pt x="723290" y="6994"/>
                  </a:moveTo>
                  <a:lnTo>
                    <a:pt x="46092" y="284739"/>
                  </a:lnTo>
                  <a:cubicBezTo>
                    <a:pt x="11764" y="298782"/>
                    <a:pt x="-6960" y="328429"/>
                    <a:pt x="2402" y="351834"/>
                  </a:cubicBezTo>
                  <a:cubicBezTo>
                    <a:pt x="11764" y="375240"/>
                    <a:pt x="47652" y="383042"/>
                    <a:pt x="80420" y="368998"/>
                  </a:cubicBezTo>
                  <a:lnTo>
                    <a:pt x="757618" y="91254"/>
                  </a:lnTo>
                  <a:cubicBezTo>
                    <a:pt x="791946" y="77210"/>
                    <a:pt x="810671" y="47563"/>
                    <a:pt x="801308" y="24158"/>
                  </a:cubicBezTo>
                  <a:cubicBezTo>
                    <a:pt x="791946" y="752"/>
                    <a:pt x="757618" y="-7049"/>
                    <a:pt x="723290" y="6994"/>
                  </a:cubicBezTo>
                  <a:close/>
                </a:path>
              </a:pathLst>
            </a:custGeom>
            <a:noFill/>
            <a:ln w="1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D1F5B07-8113-069E-DE62-95DA5ECDE19A}"/>
                </a:ext>
              </a:extLst>
            </p:cNvPr>
            <p:cNvSpPr/>
            <p:nvPr/>
          </p:nvSpPr>
          <p:spPr>
            <a:xfrm>
              <a:off x="-2803719" y="1446082"/>
              <a:ext cx="1235808" cy="738052"/>
            </a:xfrm>
            <a:custGeom>
              <a:avLst/>
              <a:gdLst>
                <a:gd name="connsiteX0" fmla="*/ 1142187 w 1235808"/>
                <a:gd name="connsiteY0" fmla="*/ 14043 h 738052"/>
                <a:gd name="connsiteX1" fmla="*/ 644431 w 1235808"/>
                <a:gd name="connsiteY1" fmla="*/ 226253 h 738052"/>
                <a:gd name="connsiteX2" fmla="*/ 106105 w 1235808"/>
                <a:gd name="connsiteY2" fmla="*/ 0 h 738052"/>
                <a:gd name="connsiteX3" fmla="*/ 12483 w 1235808"/>
                <a:gd name="connsiteY3" fmla="*/ 397893 h 738052"/>
                <a:gd name="connsiteX4" fmla="*/ 0 w 1235808"/>
                <a:gd name="connsiteY4" fmla="*/ 455626 h 738052"/>
                <a:gd name="connsiteX5" fmla="*/ 617904 w 1235808"/>
                <a:gd name="connsiteY5" fmla="*/ 738053 h 738052"/>
                <a:gd name="connsiteX6" fmla="*/ 1235809 w 1235808"/>
                <a:gd name="connsiteY6" fmla="*/ 455626 h 738052"/>
                <a:gd name="connsiteX7" fmla="*/ 1224886 w 1235808"/>
                <a:gd name="connsiteY7" fmla="*/ 402574 h 738052"/>
                <a:gd name="connsiteX8" fmla="*/ 1142187 w 1235808"/>
                <a:gd name="connsiteY8" fmla="*/ 14043 h 738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5808" h="738052">
                  <a:moveTo>
                    <a:pt x="1142187" y="14043"/>
                  </a:moveTo>
                  <a:lnTo>
                    <a:pt x="644431" y="226253"/>
                  </a:lnTo>
                  <a:lnTo>
                    <a:pt x="106105" y="0"/>
                  </a:lnTo>
                  <a:lnTo>
                    <a:pt x="12483" y="397893"/>
                  </a:lnTo>
                  <a:cubicBezTo>
                    <a:pt x="4681" y="416617"/>
                    <a:pt x="0" y="435342"/>
                    <a:pt x="0" y="455626"/>
                  </a:cubicBezTo>
                  <a:cubicBezTo>
                    <a:pt x="0" y="611663"/>
                    <a:pt x="276184" y="738053"/>
                    <a:pt x="617904" y="738053"/>
                  </a:cubicBezTo>
                  <a:cubicBezTo>
                    <a:pt x="959624" y="738053"/>
                    <a:pt x="1235809" y="611663"/>
                    <a:pt x="1235809" y="455626"/>
                  </a:cubicBezTo>
                  <a:cubicBezTo>
                    <a:pt x="1235809" y="436902"/>
                    <a:pt x="1232688" y="419738"/>
                    <a:pt x="1224886" y="402574"/>
                  </a:cubicBezTo>
                  <a:lnTo>
                    <a:pt x="1142187" y="14043"/>
                  </a:lnTo>
                  <a:close/>
                </a:path>
              </a:pathLst>
            </a:custGeom>
            <a:solidFill>
              <a:schemeClr val="bg1"/>
            </a:solidFill>
            <a:ln w="1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2D437C8-1816-8B74-B83F-22489B77ABA1}"/>
                </a:ext>
              </a:extLst>
            </p:cNvPr>
            <p:cNvSpPr/>
            <p:nvPr/>
          </p:nvSpPr>
          <p:spPr>
            <a:xfrm>
              <a:off x="-1489892" y="1197984"/>
              <a:ext cx="238735" cy="1128143"/>
            </a:xfrm>
            <a:custGeom>
              <a:avLst/>
              <a:gdLst>
                <a:gd name="connsiteX0" fmla="*/ 177881 w 238735"/>
                <a:gd name="connsiteY0" fmla="*/ 438462 h 1128143"/>
                <a:gd name="connsiteX1" fmla="*/ 177881 w 238735"/>
                <a:gd name="connsiteY1" fmla="*/ 0 h 1128143"/>
                <a:gd name="connsiteX2" fmla="*/ 78018 w 238735"/>
                <a:gd name="connsiteY2" fmla="*/ 42130 h 1128143"/>
                <a:gd name="connsiteX3" fmla="*/ 78018 w 238735"/>
                <a:gd name="connsiteY3" fmla="*/ 432221 h 1128143"/>
                <a:gd name="connsiteX4" fmla="*/ 24966 w 238735"/>
                <a:gd name="connsiteY4" fmla="*/ 521162 h 1128143"/>
                <a:gd name="connsiteX5" fmla="*/ 0 w 238735"/>
                <a:gd name="connsiteY5" fmla="*/ 1128144 h 1128143"/>
                <a:gd name="connsiteX6" fmla="*/ 238736 w 238735"/>
                <a:gd name="connsiteY6" fmla="*/ 1128144 h 1128143"/>
                <a:gd name="connsiteX7" fmla="*/ 213770 w 238735"/>
                <a:gd name="connsiteY7" fmla="*/ 521162 h 1128143"/>
                <a:gd name="connsiteX8" fmla="*/ 177881 w 238735"/>
                <a:gd name="connsiteY8" fmla="*/ 438462 h 1128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735" h="1128143">
                  <a:moveTo>
                    <a:pt x="177881" y="438462"/>
                  </a:moveTo>
                  <a:lnTo>
                    <a:pt x="177881" y="0"/>
                  </a:lnTo>
                  <a:lnTo>
                    <a:pt x="78018" y="42130"/>
                  </a:lnTo>
                  <a:lnTo>
                    <a:pt x="78018" y="432221"/>
                  </a:lnTo>
                  <a:cubicBezTo>
                    <a:pt x="40569" y="444704"/>
                    <a:pt x="24966" y="479032"/>
                    <a:pt x="24966" y="521162"/>
                  </a:cubicBezTo>
                  <a:lnTo>
                    <a:pt x="0" y="1128144"/>
                  </a:lnTo>
                  <a:lnTo>
                    <a:pt x="238736" y="1128144"/>
                  </a:lnTo>
                  <a:lnTo>
                    <a:pt x="213770" y="521162"/>
                  </a:lnTo>
                  <a:cubicBezTo>
                    <a:pt x="213770" y="485273"/>
                    <a:pt x="205968" y="454066"/>
                    <a:pt x="177881" y="438462"/>
                  </a:cubicBezTo>
                  <a:close/>
                </a:path>
              </a:pathLst>
            </a:custGeom>
            <a:solidFill>
              <a:schemeClr val="bg1"/>
            </a:solidFill>
            <a:ln w="1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13204CB-68ED-EDE4-2261-F1993355E9C8}"/>
                </a:ext>
              </a:extLst>
            </p:cNvPr>
            <p:cNvSpPr/>
            <p:nvPr/>
          </p:nvSpPr>
          <p:spPr>
            <a:xfrm>
              <a:off x="-3348287" y="569157"/>
              <a:ext cx="2354590" cy="995512"/>
            </a:xfrm>
            <a:custGeom>
              <a:avLst/>
              <a:gdLst>
                <a:gd name="connsiteX0" fmla="*/ 2354590 w 2354590"/>
                <a:gd name="connsiteY0" fmla="*/ 497756 h 995512"/>
                <a:gd name="connsiteX1" fmla="*/ 1188998 w 2354590"/>
                <a:gd name="connsiteY1" fmla="*/ 0 h 995512"/>
                <a:gd name="connsiteX2" fmla="*/ 0 w 2354590"/>
                <a:gd name="connsiteY2" fmla="*/ 497756 h 995512"/>
                <a:gd name="connsiteX3" fmla="*/ 1188998 w 2354590"/>
                <a:gd name="connsiteY3" fmla="*/ 995513 h 995512"/>
                <a:gd name="connsiteX4" fmla="*/ 2354590 w 2354590"/>
                <a:gd name="connsiteY4" fmla="*/ 497756 h 995512"/>
                <a:gd name="connsiteX5" fmla="*/ 1151549 w 2354590"/>
                <a:gd name="connsiteY5" fmla="*/ 223132 h 995512"/>
                <a:gd name="connsiteX6" fmla="*/ 474351 w 2354590"/>
                <a:gd name="connsiteY6" fmla="*/ 500877 h 995512"/>
                <a:gd name="connsiteX7" fmla="*/ 396333 w 2354590"/>
                <a:gd name="connsiteY7" fmla="*/ 483713 h 995512"/>
                <a:gd name="connsiteX8" fmla="*/ 440023 w 2354590"/>
                <a:gd name="connsiteY8" fmla="*/ 416617 h 995512"/>
                <a:gd name="connsiteX9" fmla="*/ 1117221 w 2354590"/>
                <a:gd name="connsiteY9" fmla="*/ 138872 h 995512"/>
                <a:gd name="connsiteX10" fmla="*/ 1195239 w 2354590"/>
                <a:gd name="connsiteY10" fmla="*/ 156036 h 995512"/>
                <a:gd name="connsiteX11" fmla="*/ 1151549 w 2354590"/>
                <a:gd name="connsiteY11" fmla="*/ 223132 h 995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54590" h="995512">
                  <a:moveTo>
                    <a:pt x="2354590" y="497756"/>
                  </a:moveTo>
                  <a:lnTo>
                    <a:pt x="1188998" y="0"/>
                  </a:lnTo>
                  <a:lnTo>
                    <a:pt x="0" y="497756"/>
                  </a:lnTo>
                  <a:lnTo>
                    <a:pt x="1188998" y="995513"/>
                  </a:lnTo>
                  <a:lnTo>
                    <a:pt x="2354590" y="497756"/>
                  </a:lnTo>
                  <a:close/>
                  <a:moveTo>
                    <a:pt x="1151549" y="223132"/>
                  </a:moveTo>
                  <a:lnTo>
                    <a:pt x="474351" y="500877"/>
                  </a:lnTo>
                  <a:cubicBezTo>
                    <a:pt x="440023" y="514920"/>
                    <a:pt x="405695" y="507119"/>
                    <a:pt x="396333" y="483713"/>
                  </a:cubicBezTo>
                  <a:cubicBezTo>
                    <a:pt x="386970" y="460308"/>
                    <a:pt x="407255" y="430661"/>
                    <a:pt x="440023" y="416617"/>
                  </a:cubicBezTo>
                  <a:lnTo>
                    <a:pt x="1117221" y="138872"/>
                  </a:lnTo>
                  <a:cubicBezTo>
                    <a:pt x="1151549" y="124829"/>
                    <a:pt x="1185877" y="132631"/>
                    <a:pt x="1195239" y="156036"/>
                  </a:cubicBezTo>
                  <a:cubicBezTo>
                    <a:pt x="1204601" y="179442"/>
                    <a:pt x="1185877" y="209089"/>
                    <a:pt x="1151549" y="223132"/>
                  </a:cubicBezTo>
                  <a:close/>
                </a:path>
              </a:pathLst>
            </a:custGeom>
            <a:solidFill>
              <a:schemeClr val="bg1"/>
            </a:solidFill>
            <a:ln w="155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29882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M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5BB10B-015D-422D-9167-9A2C808964C9}"/>
              </a:ext>
            </a:extLst>
          </p:cNvPr>
          <p:cNvSpPr/>
          <p:nvPr userDrawn="1"/>
        </p:nvSpPr>
        <p:spPr>
          <a:xfrm>
            <a:off x="5723850" y="-1746"/>
            <a:ext cx="5748150" cy="5789730"/>
          </a:xfrm>
          <a:prstGeom prst="rect">
            <a:avLst/>
          </a:prstGeom>
          <a:solidFill>
            <a:srgbClr val="EB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52A0E7-52B2-4BBA-A45A-1CC0036E8128}"/>
              </a:ext>
            </a:extLst>
          </p:cNvPr>
          <p:cNvSpPr/>
          <p:nvPr userDrawn="1"/>
        </p:nvSpPr>
        <p:spPr>
          <a:xfrm>
            <a:off x="7621" y="-1746"/>
            <a:ext cx="5707839" cy="5777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6D36D-8DA4-473C-B35F-0CD7DFEFC2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6428" y="1080000"/>
            <a:ext cx="5400000" cy="1754326"/>
          </a:xfrm>
        </p:spPr>
        <p:txBody>
          <a:bodyPr vert="horz" lIns="91440" tIns="45720" rIns="91440" bIns="45720" rtlCol="0" anchor="t">
            <a:spAutoFit/>
          </a:bodyPr>
          <a:lstStyle>
            <a:lvl1pPr>
              <a:defRPr lang="en-US" sz="6000" dirty="0">
                <a:solidFill>
                  <a:srgbClr val="4A4F54"/>
                </a:solidFill>
              </a:defRPr>
            </a:lvl1pPr>
          </a:lstStyle>
          <a:p>
            <a:pPr lvl="0"/>
            <a:r>
              <a:rPr lang="en-US"/>
              <a:t>Training Material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5E09F-828B-4426-B099-49B8878CB6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428" y="3600000"/>
            <a:ext cx="5400000" cy="216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4000">
                <a:solidFill>
                  <a:srgbClr val="4A4F54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Course Name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9BD60D-8BAF-4B92-B62B-50FAF6786A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0600" y="4068000"/>
            <a:ext cx="3240000" cy="108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rgbClr val="4A4F54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Questions</a:t>
            </a:r>
          </a:p>
        </p:txBody>
      </p:sp>
      <p:pic>
        <p:nvPicPr>
          <p:cNvPr id="12" name="Picture 120">
            <a:extLst>
              <a:ext uri="{FF2B5EF4-FFF2-40B4-BE49-F238E27FC236}">
                <a16:creationId xmlns:a16="http://schemas.microsoft.com/office/drawing/2014/main" id="{D4266CB7-752B-9CC2-101B-B814B24470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460600" y="1070016"/>
            <a:ext cx="2520000" cy="252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980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AE6FB-0CC2-4398-8AC4-466EED73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E4C74-3388-4B46-A220-E514F7F82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 marL="457200" indent="0">
              <a:buFont typeface="Wingdings" panose="05000000000000000000" pitchFamily="2" charset="2"/>
              <a:buChar char="§"/>
              <a:defRPr lang="en-US"/>
            </a:lvl2pPr>
            <a:lvl3pPr marL="914400" indent="0">
              <a:buFontTx/>
              <a:buNone/>
              <a:defRPr lang="en-US"/>
            </a:lvl3pPr>
          </a:lstStyle>
          <a:p>
            <a:pPr marL="457200" lvl="0" indent="-457200">
              <a:buClr>
                <a:srgbClr val="D12531"/>
              </a:buClr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marL="914400" lvl="1" indent="-457200">
              <a:buClr>
                <a:srgbClr val="D12531"/>
              </a:buClr>
              <a:buFont typeface="Wingdings" panose="05000000000000000000" pitchFamily="2" charset="2"/>
              <a:buChar char="ü"/>
            </a:pPr>
            <a:r>
              <a:rPr lang="en-US"/>
              <a:t>Second level</a:t>
            </a:r>
          </a:p>
          <a:p>
            <a:pPr marL="1371600" lvl="2" indent="-457200">
              <a:buClr>
                <a:srgbClr val="D12531"/>
              </a:buClr>
              <a:buFont typeface="Wingdings" panose="05000000000000000000" pitchFamily="2" charset="2"/>
              <a:buChar char="ü"/>
            </a:pPr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7EBF51-69EF-4C63-595B-43E08747C3F8}"/>
              </a:ext>
            </a:extLst>
          </p:cNvPr>
          <p:cNvSpPr/>
          <p:nvPr userDrawn="1"/>
        </p:nvSpPr>
        <p:spPr>
          <a:xfrm>
            <a:off x="10766560" y="-6400"/>
            <a:ext cx="1440000" cy="1440000"/>
          </a:xfrm>
          <a:prstGeom prst="rect">
            <a:avLst/>
          </a:prstGeom>
          <a:solidFill>
            <a:srgbClr val="FF24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</a:endParaRPr>
          </a:p>
        </p:txBody>
      </p:sp>
      <p:pic>
        <p:nvPicPr>
          <p:cNvPr id="6" name="Picture 120">
            <a:extLst>
              <a:ext uri="{FF2B5EF4-FFF2-40B4-BE49-F238E27FC236}">
                <a16:creationId xmlns:a16="http://schemas.microsoft.com/office/drawing/2014/main" id="{D47B8BEF-17EB-69BD-413C-BAA15C9DB0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54600" y="173600"/>
            <a:ext cx="1080000" cy="108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92600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7402C-A458-8547-1077-7224EFDDD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F9A6-5A6D-41B0-B19C-33C8838F38DF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A53DE-247B-A97C-27F9-6A8A5D9F9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A4B35-67B5-6A51-3F7B-069AAA86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0FA90-495D-4D41-BB4C-24A5E84E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03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coal Background">
    <p:bg>
      <p:bgPr>
        <a:solidFill>
          <a:srgbClr val="4A4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817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th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50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7B88946-11C0-5800-D6DF-C5E376E1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"/>
            <a:ext cx="10620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22C8C39-FD4B-6A8B-A97A-D1AFBC38E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620000"/>
            <a:ext cx="10620000" cy="46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buClr>
                <a:schemeClr val="accent1"/>
              </a:buClr>
              <a:buFont typeface="+mj-lt"/>
              <a:buNone/>
            </a:pPr>
            <a:r>
              <a:rPr lang="en-US"/>
              <a:t>Click to edit Master text styles</a:t>
            </a:r>
          </a:p>
          <a:p>
            <a:pPr marL="457200" lvl="1" indent="0">
              <a:buClr>
                <a:schemeClr val="accent1"/>
              </a:buClr>
              <a:buFont typeface="+mj-lt"/>
              <a:buNone/>
            </a:pPr>
            <a:r>
              <a:rPr lang="en-US"/>
              <a:t>Second level</a:t>
            </a:r>
          </a:p>
          <a:p>
            <a:pPr marL="914400" lvl="2" indent="0">
              <a:buClr>
                <a:schemeClr val="accent1"/>
              </a:buClr>
              <a:buFont typeface="+mj-lt"/>
              <a:buNone/>
            </a:pPr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F93E98-B390-E8C7-14AD-204A2EEACF80}"/>
              </a:ext>
            </a:extLst>
          </p:cNvPr>
          <p:cNvSpPr/>
          <p:nvPr userDrawn="1"/>
        </p:nvSpPr>
        <p:spPr>
          <a:xfrm>
            <a:off x="11472000" y="5787984"/>
            <a:ext cx="360000" cy="360000"/>
          </a:xfrm>
          <a:prstGeom prst="rect">
            <a:avLst/>
          </a:prstGeom>
          <a:solidFill>
            <a:srgbClr val="B4B6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D4665F-E0A6-B6A1-97AF-06D161D02D6B}"/>
              </a:ext>
            </a:extLst>
          </p:cNvPr>
          <p:cNvSpPr/>
          <p:nvPr userDrawn="1"/>
        </p:nvSpPr>
        <p:spPr>
          <a:xfrm>
            <a:off x="11826240" y="5429844"/>
            <a:ext cx="360000" cy="36000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00083A-EEAC-7B72-24FB-E62C7EF3E511}"/>
              </a:ext>
            </a:extLst>
          </p:cNvPr>
          <p:cNvSpPr/>
          <p:nvPr userDrawn="1"/>
        </p:nvSpPr>
        <p:spPr>
          <a:xfrm>
            <a:off x="10752000" y="6154810"/>
            <a:ext cx="720000" cy="7200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026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9" r:id="rId2"/>
    <p:sldLayoutId id="2147483747" r:id="rId3"/>
    <p:sldLayoutId id="2147483748" r:id="rId4"/>
    <p:sldLayoutId id="2147483741" r:id="rId5"/>
    <p:sldLayoutId id="2147483742" r:id="rId6"/>
    <p:sldLayoutId id="2147483743" r:id="rId7"/>
    <p:sldLayoutId id="2147483744" r:id="rId8"/>
    <p:sldLayoutId id="214748376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000" b="0" kern="1200" dirty="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4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6" r:id="rId2"/>
    <p:sldLayoutId id="214748376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2AFF-B355-6595-E481-F1737756C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428" y="1080000"/>
            <a:ext cx="5400000" cy="2585323"/>
          </a:xfrm>
        </p:spPr>
        <p:txBody>
          <a:bodyPr/>
          <a:lstStyle/>
          <a:p>
            <a:r>
              <a:rPr lang="en-US" dirty="0"/>
              <a:t>How-To Ungroup Table in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BEEA46-0C26-D16B-9731-F75BF8A519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753C4-4BE3-A49A-2CE0-C59A94253E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8375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7A5C21-7927-7DDC-D5CF-23B08F2B82D6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366776"/>
          <a:ext cx="8128002" cy="2966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93333450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22185182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3442832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22351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8601406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53674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Column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Column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Column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Column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283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215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776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018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139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96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891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9757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2E424AF-263A-FB42-D666-3D49254E9217}"/>
              </a:ext>
            </a:extLst>
          </p:cNvPr>
          <p:cNvSpPr txBox="1"/>
          <p:nvPr/>
        </p:nvSpPr>
        <p:spPr>
          <a:xfrm>
            <a:off x="1335024" y="4364736"/>
            <a:ext cx="6120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Select the table and CTRL+X to cut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6885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E424AF-263A-FB42-D666-3D49254E9217}"/>
              </a:ext>
            </a:extLst>
          </p:cNvPr>
          <p:cNvSpPr txBox="1"/>
          <p:nvPr/>
        </p:nvSpPr>
        <p:spPr>
          <a:xfrm>
            <a:off x="993648" y="3639312"/>
            <a:ext cx="612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From the Home tab, click Paste —&gt; Paste Special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Select Picture (Windows Metafile). Click ok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D6794B-BBAC-5957-6940-3B4A5B358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176" y="597408"/>
            <a:ext cx="8162544" cy="3078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2CD467-0DDC-579D-9E42-97F838B14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22" y="4250332"/>
            <a:ext cx="3276884" cy="23928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53D2CF-BD9D-0DC9-4042-AE8A5BE69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916" y="2582048"/>
            <a:ext cx="5334462" cy="30482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4316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E424AF-263A-FB42-D666-3D49254E9217}"/>
              </a:ext>
            </a:extLst>
          </p:cNvPr>
          <p:cNvSpPr txBox="1"/>
          <p:nvPr/>
        </p:nvSpPr>
        <p:spPr>
          <a:xfrm>
            <a:off x="981456" y="4511040"/>
            <a:ext cx="612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Select the table, right click then click Group —&gt; Ungroup. Do this twice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D6794B-BBAC-5957-6940-3B4A5B358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176" y="597408"/>
            <a:ext cx="8162544" cy="30784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C9A931-0A90-D424-C987-72391A5AD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840" y="2333865"/>
            <a:ext cx="3360711" cy="32387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619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E424AF-263A-FB42-D666-3D49254E9217}"/>
              </a:ext>
            </a:extLst>
          </p:cNvPr>
          <p:cNvSpPr txBox="1"/>
          <p:nvPr/>
        </p:nvSpPr>
        <p:spPr>
          <a:xfrm>
            <a:off x="938784" y="4949952"/>
            <a:ext cx="7827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Select the table, right click then click Group —&gt; Ungroup. Do this twice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8CE2D623-734F-A515-E87D-7CCDEA236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972057" cy="50143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61365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jPfSyhxO"/>
  <p:tag name="ARTICULATE_SLIDE_THUMBNAIL_REFRESH" val="1"/>
  <p:tag name="ARTICULATE_DESIGN_ID_PRODUCT TRAINING THEME" val="QhesaEDz"/>
  <p:tag name="ARTICULATE_DESIGN_ID_ELEARNING THEME" val="Jn7FE2Xm"/>
  <p:tag name="ARTICULATE_PROJECT_OPEN" val="0"/>
  <p:tag name="ARTICULATE_SLIDE_COUNT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ILT SPECIFI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ideo Specifi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31E95EA1F586458AF07F3DE8617C42" ma:contentTypeVersion="28" ma:contentTypeDescription="Create a new document." ma:contentTypeScope="" ma:versionID="f2c10ccd21469bed2c04839668855590">
  <xsd:schema xmlns:xsd="http://www.w3.org/2001/XMLSchema" xmlns:xs="http://www.w3.org/2001/XMLSchema" xmlns:p="http://schemas.microsoft.com/office/2006/metadata/properties" xmlns:ns2="36e2c0aa-e511-445f-8039-2569a9f10996" xmlns:ns3="fa118952-da23-46fc-a354-c6ad1374654c" targetNamespace="http://schemas.microsoft.com/office/2006/metadata/properties" ma:root="true" ma:fieldsID="017c8616f8d1d62aacfe63684c7f422d" ns2:_="" ns3:_="">
    <xsd:import namespace="36e2c0aa-e511-445f-8039-2569a9f10996"/>
    <xsd:import namespace="fa118952-da23-46fc-a354-c6ad137465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SenttoAP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2c0aa-e511-445f-8039-2569a9f109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446fa58-7adc-4f96-943c-3685cd4d852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prover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nse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Approval Creator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Approval status" ma:internalName="_ApprovalStatus" ma:readOnly="true">
      <xsd:simpleType>
        <xsd:restriction base="dms:Unknown"/>
      </xsd:simpleType>
    </xsd:element>
    <xsd:element name="SenttoAP" ma:index="31" nillable="true" ma:displayName="Sent to AP" ma:description="Check this box if the invoice was emailed to the appropriate AP contact." ma:format="Dropdown" ma:internalName="SenttoAP">
      <xsd:simpleType>
        <xsd:restriction base="dms:Choice">
          <xsd:enumeration value="Sent"/>
          <xsd:enumeration value="Not Sent"/>
          <xsd:enumeration value="Choice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118952-da23-46fc-a354-c6ad1374654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57cc56-6c9f-4f5f-88a5-42ee222f1f4c}" ma:internalName="TaxCatchAll" ma:showField="CatchAllData" ma:web="fa118952-da23-46fc-a354-c6ad137465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a118952-da23-46fc-a354-c6ad1374654c">
      <UserInfo>
        <DisplayName/>
        <AccountId xsi:nil="true"/>
        <AccountType/>
      </UserInfo>
    </SharedWithUsers>
    <MediaLengthInSeconds xmlns="36e2c0aa-e511-445f-8039-2569a9f10996" xsi:nil="true"/>
    <TaxCatchAll xmlns="fa118952-da23-46fc-a354-c6ad1374654c" xsi:nil="true"/>
    <lcf76f155ced4ddcb4097134ff3c332f xmlns="36e2c0aa-e511-445f-8039-2569a9f10996">
      <Terms xmlns="http://schemas.microsoft.com/office/infopath/2007/PartnerControls"/>
    </lcf76f155ced4ddcb4097134ff3c332f>
    <_ApprovalAssignedTo xmlns="36e2c0aa-e511-445f-8039-2569a9f10996">
      <UserInfo>
        <DisplayName/>
        <AccountId xsi:nil="true"/>
        <AccountType/>
      </UserInfo>
    </_ApprovalAssignedTo>
    <_ApprovalSentBy xmlns="36e2c0aa-e511-445f-8039-2569a9f10996">
      <UserInfo>
        <DisplayName/>
        <AccountId xsi:nil="true"/>
        <AccountType/>
      </UserInfo>
    </_ApprovalSentBy>
    <_ApprovalStatus xmlns="36e2c0aa-e511-445f-8039-2569a9f10996">0</_ApprovalStatus>
    <_ApprovalRespondedBy xmlns="36e2c0aa-e511-445f-8039-2569a9f10996">
      <UserInfo>
        <DisplayName/>
        <AccountId xsi:nil="true"/>
        <AccountType/>
      </UserInfo>
    </_ApprovalRespondedBy>
    <SenttoAP xmlns="36e2c0aa-e511-445f-8039-2569a9f10996" xsi:nil="true"/>
  </documentManagement>
</p:properties>
</file>

<file path=customXml/itemProps1.xml><?xml version="1.0" encoding="utf-8"?>
<ds:datastoreItem xmlns:ds="http://schemas.openxmlformats.org/officeDocument/2006/customXml" ds:itemID="{A717BDF9-044B-495D-8F0D-966361BF79DF}"/>
</file>

<file path=customXml/itemProps2.xml><?xml version="1.0" encoding="utf-8"?>
<ds:datastoreItem xmlns:ds="http://schemas.openxmlformats.org/officeDocument/2006/customXml" ds:itemID="{3B7F825A-5C4F-4E67-9288-7481AD484D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4F1507-7C23-4516-92A8-890BFF97483C}">
  <ds:schemaRefs>
    <ds:schemaRef ds:uri="36e2c0aa-e511-445f-8039-2569a9f10996"/>
    <ds:schemaRef ds:uri="fa118952-da23-46fc-a354-c6ad1374654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ILT SPECIFIC</vt:lpstr>
      <vt:lpstr>Video Specific</vt:lpstr>
      <vt:lpstr>How-To Ungroup Table in PowerPoint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Mauro Locarnini</dc:creator>
  <cp:lastModifiedBy>Don Burnside</cp:lastModifiedBy>
  <cp:revision>4</cp:revision>
  <dcterms:created xsi:type="dcterms:W3CDTF">2020-08-10T08:17:10Z</dcterms:created>
  <dcterms:modified xsi:type="dcterms:W3CDTF">2025-07-22T17:59:27Z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B63432A7-4E16-4A67-AFA4-A578BE2B4FBB</vt:lpwstr>
  </property>
  <property fmtid="{D5CDD505-2E9C-101B-9397-08002B2CF9AE}" pid="3" name="ArticulatePath">
    <vt:lpwstr>AMPLIFY Template AU2.0</vt:lpwstr>
  </property>
  <property fmtid="{D5CDD505-2E9C-101B-9397-08002B2CF9AE}" pid="4" name="ContentTypeId">
    <vt:lpwstr>0x0101004A31E95EA1F586458AF07F3DE8617C42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  <property fmtid="{D5CDD505-2E9C-101B-9397-08002B2CF9AE}" pid="9" name="MSIP_Label_d68af6de-cd8b-46d2-a1d5-482b920c67c1_Enabled">
    <vt:lpwstr>true</vt:lpwstr>
  </property>
  <property fmtid="{D5CDD505-2E9C-101B-9397-08002B2CF9AE}" pid="10" name="MSIP_Label_d68af6de-cd8b-46d2-a1d5-482b920c67c1_SetDate">
    <vt:lpwstr>2025-07-22T17:59:19Z</vt:lpwstr>
  </property>
  <property fmtid="{D5CDD505-2E9C-101B-9397-08002B2CF9AE}" pid="11" name="MSIP_Label_d68af6de-cd8b-46d2-a1d5-482b920c67c1_Method">
    <vt:lpwstr>Standard</vt:lpwstr>
  </property>
  <property fmtid="{D5CDD505-2E9C-101B-9397-08002B2CF9AE}" pid="12" name="MSIP_Label_d68af6de-cd8b-46d2-a1d5-482b920c67c1_Name">
    <vt:lpwstr>d68af6de-cd8b-46d2-a1d5-482b920c67c1</vt:lpwstr>
  </property>
  <property fmtid="{D5CDD505-2E9C-101B-9397-08002B2CF9AE}" pid="13" name="MSIP_Label_d68af6de-cd8b-46d2-a1d5-482b920c67c1_SiteId">
    <vt:lpwstr>300f59df-78e6-436f-9b27-b64973e34f7d</vt:lpwstr>
  </property>
  <property fmtid="{D5CDD505-2E9C-101B-9397-08002B2CF9AE}" pid="14" name="MSIP_Label_d68af6de-cd8b-46d2-a1d5-482b920c67c1_ActionId">
    <vt:lpwstr>db35593f-37d6-4ad1-bc32-8ce99e7391dd</vt:lpwstr>
  </property>
  <property fmtid="{D5CDD505-2E9C-101B-9397-08002B2CF9AE}" pid="15" name="MSIP_Label_d68af6de-cd8b-46d2-a1d5-482b920c67c1_ContentBits">
    <vt:lpwstr>0</vt:lpwstr>
  </property>
  <property fmtid="{D5CDD505-2E9C-101B-9397-08002B2CF9AE}" pid="16" name="MSIP_Label_d68af6de-cd8b-46d2-a1d5-482b920c67c1_Tag">
    <vt:lpwstr>10, 3, 0, 2</vt:lpwstr>
  </property>
</Properties>
</file>